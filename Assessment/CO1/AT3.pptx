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E8E99D-FC22-4BA5-B468-E6942B94C61A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2BEF935-87D5-421F-BB6A-53F11FB0332C}">
      <dgm:prSet/>
      <dgm:spPr/>
      <dgm:t>
        <a:bodyPr/>
        <a:lstStyle/>
        <a:p>
          <a:r>
            <a:rPr lang="en-US"/>
            <a:t>Many algorithms use </a:t>
          </a:r>
          <a:r>
            <a:rPr lang="en-US" b="1"/>
            <a:t>nested loops</a:t>
          </a:r>
          <a:r>
            <a:rPr lang="en-US"/>
            <a:t> to process arrays, matrices, or collections of data.</a:t>
          </a:r>
        </a:p>
      </dgm:t>
    </dgm:pt>
    <dgm:pt modelId="{A70AADCB-63EE-4610-A077-1F797D3C5578}" type="parTrans" cxnId="{3B9DC9DC-9459-4697-831E-C1A9A60FAD19}">
      <dgm:prSet/>
      <dgm:spPr/>
      <dgm:t>
        <a:bodyPr/>
        <a:lstStyle/>
        <a:p>
          <a:endParaRPr lang="en-US"/>
        </a:p>
      </dgm:t>
    </dgm:pt>
    <dgm:pt modelId="{659C7186-923D-4ABB-9FA6-99354254C401}" type="sibTrans" cxnId="{3B9DC9DC-9459-4697-831E-C1A9A60FAD19}">
      <dgm:prSet/>
      <dgm:spPr/>
      <dgm:t>
        <a:bodyPr/>
        <a:lstStyle/>
        <a:p>
          <a:endParaRPr lang="en-US"/>
        </a:p>
      </dgm:t>
    </dgm:pt>
    <dgm:pt modelId="{7ED2CCB6-8817-4C1B-B717-C238D233DB6C}">
      <dgm:prSet/>
      <dgm:spPr/>
      <dgm:t>
        <a:bodyPr/>
        <a:lstStyle/>
        <a:p>
          <a:r>
            <a:rPr lang="en-US"/>
            <a:t>The objective is to:</a:t>
          </a:r>
        </a:p>
      </dgm:t>
    </dgm:pt>
    <dgm:pt modelId="{FE7712C6-8E66-4CC5-8548-9AF831830539}" type="parTrans" cxnId="{DBEC9FEF-B1A4-4050-B304-67E7C1D33F16}">
      <dgm:prSet/>
      <dgm:spPr/>
      <dgm:t>
        <a:bodyPr/>
        <a:lstStyle/>
        <a:p>
          <a:endParaRPr lang="en-US"/>
        </a:p>
      </dgm:t>
    </dgm:pt>
    <dgm:pt modelId="{83483089-0950-4FA6-9B90-2C3CE0D63D92}" type="sibTrans" cxnId="{DBEC9FEF-B1A4-4050-B304-67E7C1D33F16}">
      <dgm:prSet/>
      <dgm:spPr/>
      <dgm:t>
        <a:bodyPr/>
        <a:lstStyle/>
        <a:p>
          <a:endParaRPr lang="en-US"/>
        </a:p>
      </dgm:t>
    </dgm:pt>
    <dgm:pt modelId="{02B805CA-336C-4D4D-BA3F-6B066A754E96}">
      <dgm:prSet/>
      <dgm:spPr/>
      <dgm:t>
        <a:bodyPr/>
        <a:lstStyle/>
        <a:p>
          <a:r>
            <a:rPr lang="en-US"/>
            <a:t>Determine the total number of operations performed. </a:t>
          </a:r>
        </a:p>
      </dgm:t>
    </dgm:pt>
    <dgm:pt modelId="{46397A83-DCED-48A9-BC96-B6CEBD81E3C4}" type="parTrans" cxnId="{35C37CC4-FD93-451F-8BBF-8FA856AD590A}">
      <dgm:prSet/>
      <dgm:spPr/>
      <dgm:t>
        <a:bodyPr/>
        <a:lstStyle/>
        <a:p>
          <a:endParaRPr lang="en-US"/>
        </a:p>
      </dgm:t>
    </dgm:pt>
    <dgm:pt modelId="{11410698-3372-47F1-9761-0A163B9329C3}" type="sibTrans" cxnId="{35C37CC4-FD93-451F-8BBF-8FA856AD590A}">
      <dgm:prSet/>
      <dgm:spPr/>
      <dgm:t>
        <a:bodyPr/>
        <a:lstStyle/>
        <a:p>
          <a:endParaRPr lang="en-US"/>
        </a:p>
      </dgm:t>
    </dgm:pt>
    <dgm:pt modelId="{30E12C1E-8BB7-40C3-8297-5012CD8375AC}">
      <dgm:prSet/>
      <dgm:spPr/>
      <dgm:t>
        <a:bodyPr/>
        <a:lstStyle/>
        <a:p>
          <a:r>
            <a:rPr lang="en-US"/>
            <a:t>Analyze how the execution time grows with input size. </a:t>
          </a:r>
        </a:p>
      </dgm:t>
    </dgm:pt>
    <dgm:pt modelId="{867D8E76-5D99-4CF3-A038-91BA47707DBC}" type="parTrans" cxnId="{8AFF91A2-54DD-46F5-A678-B715999A9C76}">
      <dgm:prSet/>
      <dgm:spPr/>
      <dgm:t>
        <a:bodyPr/>
        <a:lstStyle/>
        <a:p>
          <a:endParaRPr lang="en-US"/>
        </a:p>
      </dgm:t>
    </dgm:pt>
    <dgm:pt modelId="{DE2983AB-F78A-4CEB-A49E-1767BC81C8FE}" type="sibTrans" cxnId="{8AFF91A2-54DD-46F5-A678-B715999A9C76}">
      <dgm:prSet/>
      <dgm:spPr/>
      <dgm:t>
        <a:bodyPr/>
        <a:lstStyle/>
        <a:p>
          <a:endParaRPr lang="en-US"/>
        </a:p>
      </dgm:t>
    </dgm:pt>
    <dgm:pt modelId="{503D4D48-F15D-4993-98CC-C0B0B5C63F2B}">
      <dgm:prSet/>
      <dgm:spPr/>
      <dgm:t>
        <a:bodyPr/>
        <a:lstStyle/>
        <a:p>
          <a:r>
            <a:rPr lang="en-US"/>
            <a:t>Express efficiency using asymptotic notation. </a:t>
          </a:r>
        </a:p>
      </dgm:t>
    </dgm:pt>
    <dgm:pt modelId="{BC5CC174-245F-4936-8BCE-00348F766B04}" type="parTrans" cxnId="{BDD9207E-0CCC-4B5A-9821-E5D68523AE06}">
      <dgm:prSet/>
      <dgm:spPr/>
      <dgm:t>
        <a:bodyPr/>
        <a:lstStyle/>
        <a:p>
          <a:endParaRPr lang="en-US"/>
        </a:p>
      </dgm:t>
    </dgm:pt>
    <dgm:pt modelId="{FC875AF9-06DD-4428-A2A6-5D74E64231FF}" type="sibTrans" cxnId="{BDD9207E-0CCC-4B5A-9821-E5D68523AE06}">
      <dgm:prSet/>
      <dgm:spPr/>
      <dgm:t>
        <a:bodyPr/>
        <a:lstStyle/>
        <a:p>
          <a:endParaRPr lang="en-US"/>
        </a:p>
      </dgm:t>
    </dgm:pt>
    <dgm:pt modelId="{6D591D42-F78F-4C69-81A5-54A27D98B736}">
      <dgm:prSet/>
      <dgm:spPr/>
      <dgm:t>
        <a:bodyPr/>
        <a:lstStyle/>
        <a:p>
          <a:r>
            <a:rPr lang="en-US"/>
            <a:t>Analyze a two-level nested loop and derive its time complexity.</a:t>
          </a:r>
        </a:p>
      </dgm:t>
    </dgm:pt>
    <dgm:pt modelId="{1E14DD5F-A95A-4B11-B1DF-868535820A45}" type="parTrans" cxnId="{556EB6D6-7DD1-42C9-91B2-EDC199E52E9B}">
      <dgm:prSet/>
      <dgm:spPr/>
      <dgm:t>
        <a:bodyPr/>
        <a:lstStyle/>
        <a:p>
          <a:endParaRPr lang="en-US"/>
        </a:p>
      </dgm:t>
    </dgm:pt>
    <dgm:pt modelId="{0FAACE4B-82FE-475E-81DA-9587E84EA8DB}" type="sibTrans" cxnId="{556EB6D6-7DD1-42C9-91B2-EDC199E52E9B}">
      <dgm:prSet/>
      <dgm:spPr/>
      <dgm:t>
        <a:bodyPr/>
        <a:lstStyle/>
        <a:p>
          <a:endParaRPr lang="en-US"/>
        </a:p>
      </dgm:t>
    </dgm:pt>
    <dgm:pt modelId="{6486BD2E-1A73-47AC-9E46-66DD3443C2BD}" type="pres">
      <dgm:prSet presAssocID="{1BE8E99D-FC22-4BA5-B468-E6942B94C61A}" presName="vert0" presStyleCnt="0">
        <dgm:presLayoutVars>
          <dgm:dir/>
          <dgm:animOne val="branch"/>
          <dgm:animLvl val="lvl"/>
        </dgm:presLayoutVars>
      </dgm:prSet>
      <dgm:spPr/>
    </dgm:pt>
    <dgm:pt modelId="{554C98CA-B292-45FB-83D0-CD87DBCED143}" type="pres">
      <dgm:prSet presAssocID="{E2BEF935-87D5-421F-BB6A-53F11FB0332C}" presName="thickLine" presStyleLbl="alignNode1" presStyleIdx="0" presStyleCnt="6"/>
      <dgm:spPr/>
    </dgm:pt>
    <dgm:pt modelId="{FFCE6904-1917-43A9-9822-9BB8EED06BDC}" type="pres">
      <dgm:prSet presAssocID="{E2BEF935-87D5-421F-BB6A-53F11FB0332C}" presName="horz1" presStyleCnt="0"/>
      <dgm:spPr/>
    </dgm:pt>
    <dgm:pt modelId="{9C69A64D-D7A9-4DA1-8271-C87578275C33}" type="pres">
      <dgm:prSet presAssocID="{E2BEF935-87D5-421F-BB6A-53F11FB0332C}" presName="tx1" presStyleLbl="revTx" presStyleIdx="0" presStyleCnt="6"/>
      <dgm:spPr/>
    </dgm:pt>
    <dgm:pt modelId="{FB633794-ED4E-46FA-9816-24980CB5A8B3}" type="pres">
      <dgm:prSet presAssocID="{E2BEF935-87D5-421F-BB6A-53F11FB0332C}" presName="vert1" presStyleCnt="0"/>
      <dgm:spPr/>
    </dgm:pt>
    <dgm:pt modelId="{A502BE08-3508-487C-98FD-51BFF31A03CF}" type="pres">
      <dgm:prSet presAssocID="{7ED2CCB6-8817-4C1B-B717-C238D233DB6C}" presName="thickLine" presStyleLbl="alignNode1" presStyleIdx="1" presStyleCnt="6"/>
      <dgm:spPr/>
    </dgm:pt>
    <dgm:pt modelId="{7BC944FF-B434-490A-8F36-09DC9EAAA8BB}" type="pres">
      <dgm:prSet presAssocID="{7ED2CCB6-8817-4C1B-B717-C238D233DB6C}" presName="horz1" presStyleCnt="0"/>
      <dgm:spPr/>
    </dgm:pt>
    <dgm:pt modelId="{78995F41-0DD4-4246-84E2-7F6DBE4B1ABD}" type="pres">
      <dgm:prSet presAssocID="{7ED2CCB6-8817-4C1B-B717-C238D233DB6C}" presName="tx1" presStyleLbl="revTx" presStyleIdx="1" presStyleCnt="6"/>
      <dgm:spPr/>
    </dgm:pt>
    <dgm:pt modelId="{C98F31F9-DE5C-4D8B-8238-83F911F0B5A5}" type="pres">
      <dgm:prSet presAssocID="{7ED2CCB6-8817-4C1B-B717-C238D233DB6C}" presName="vert1" presStyleCnt="0"/>
      <dgm:spPr/>
    </dgm:pt>
    <dgm:pt modelId="{EB868F61-8B34-43D6-A9A8-C8F6406AA8C2}" type="pres">
      <dgm:prSet presAssocID="{02B805CA-336C-4D4D-BA3F-6B066A754E96}" presName="thickLine" presStyleLbl="alignNode1" presStyleIdx="2" presStyleCnt="6"/>
      <dgm:spPr/>
    </dgm:pt>
    <dgm:pt modelId="{33639AF8-6F1E-4948-B8BB-F9AD94CBBD8D}" type="pres">
      <dgm:prSet presAssocID="{02B805CA-336C-4D4D-BA3F-6B066A754E96}" presName="horz1" presStyleCnt="0"/>
      <dgm:spPr/>
    </dgm:pt>
    <dgm:pt modelId="{CD626E34-5AC7-46F8-909A-2FAA026198E5}" type="pres">
      <dgm:prSet presAssocID="{02B805CA-336C-4D4D-BA3F-6B066A754E96}" presName="tx1" presStyleLbl="revTx" presStyleIdx="2" presStyleCnt="6"/>
      <dgm:spPr/>
    </dgm:pt>
    <dgm:pt modelId="{074965F6-6287-43EA-AAF4-713F5EB37047}" type="pres">
      <dgm:prSet presAssocID="{02B805CA-336C-4D4D-BA3F-6B066A754E96}" presName="vert1" presStyleCnt="0"/>
      <dgm:spPr/>
    </dgm:pt>
    <dgm:pt modelId="{25D73317-6D4C-4B02-8BAD-E8A8B2B34925}" type="pres">
      <dgm:prSet presAssocID="{30E12C1E-8BB7-40C3-8297-5012CD8375AC}" presName="thickLine" presStyleLbl="alignNode1" presStyleIdx="3" presStyleCnt="6"/>
      <dgm:spPr/>
    </dgm:pt>
    <dgm:pt modelId="{E93D0CD6-FC42-47AE-BF92-B09B705F5DD5}" type="pres">
      <dgm:prSet presAssocID="{30E12C1E-8BB7-40C3-8297-5012CD8375AC}" presName="horz1" presStyleCnt="0"/>
      <dgm:spPr/>
    </dgm:pt>
    <dgm:pt modelId="{84D03A50-C21B-4F78-BDF3-A1C7D895028E}" type="pres">
      <dgm:prSet presAssocID="{30E12C1E-8BB7-40C3-8297-5012CD8375AC}" presName="tx1" presStyleLbl="revTx" presStyleIdx="3" presStyleCnt="6"/>
      <dgm:spPr/>
    </dgm:pt>
    <dgm:pt modelId="{195898A2-E510-4801-9D2B-9D9318330ADA}" type="pres">
      <dgm:prSet presAssocID="{30E12C1E-8BB7-40C3-8297-5012CD8375AC}" presName="vert1" presStyleCnt="0"/>
      <dgm:spPr/>
    </dgm:pt>
    <dgm:pt modelId="{11EAF691-8554-4DDC-90E6-83E8F71A8DD5}" type="pres">
      <dgm:prSet presAssocID="{503D4D48-F15D-4993-98CC-C0B0B5C63F2B}" presName="thickLine" presStyleLbl="alignNode1" presStyleIdx="4" presStyleCnt="6"/>
      <dgm:spPr/>
    </dgm:pt>
    <dgm:pt modelId="{746DED0E-F9B8-45C3-AF67-6E86E92A76B4}" type="pres">
      <dgm:prSet presAssocID="{503D4D48-F15D-4993-98CC-C0B0B5C63F2B}" presName="horz1" presStyleCnt="0"/>
      <dgm:spPr/>
    </dgm:pt>
    <dgm:pt modelId="{560B596A-342A-4379-B9F1-630EB3EC344B}" type="pres">
      <dgm:prSet presAssocID="{503D4D48-F15D-4993-98CC-C0B0B5C63F2B}" presName="tx1" presStyleLbl="revTx" presStyleIdx="4" presStyleCnt="6"/>
      <dgm:spPr/>
    </dgm:pt>
    <dgm:pt modelId="{984DABEB-E1DB-45A6-8C05-275B8308E5B1}" type="pres">
      <dgm:prSet presAssocID="{503D4D48-F15D-4993-98CC-C0B0B5C63F2B}" presName="vert1" presStyleCnt="0"/>
      <dgm:spPr/>
    </dgm:pt>
    <dgm:pt modelId="{D8A47D34-C8F6-4A85-93B7-BD26F049287A}" type="pres">
      <dgm:prSet presAssocID="{6D591D42-F78F-4C69-81A5-54A27D98B736}" presName="thickLine" presStyleLbl="alignNode1" presStyleIdx="5" presStyleCnt="6"/>
      <dgm:spPr/>
    </dgm:pt>
    <dgm:pt modelId="{4AC6AD2C-C9A6-4F8B-8C1C-C91185E174D4}" type="pres">
      <dgm:prSet presAssocID="{6D591D42-F78F-4C69-81A5-54A27D98B736}" presName="horz1" presStyleCnt="0"/>
      <dgm:spPr/>
    </dgm:pt>
    <dgm:pt modelId="{C142061A-9C19-45EA-A679-24548AC4B060}" type="pres">
      <dgm:prSet presAssocID="{6D591D42-F78F-4C69-81A5-54A27D98B736}" presName="tx1" presStyleLbl="revTx" presStyleIdx="5" presStyleCnt="6"/>
      <dgm:spPr/>
    </dgm:pt>
    <dgm:pt modelId="{5500BA99-C566-429B-9623-41FE05194A74}" type="pres">
      <dgm:prSet presAssocID="{6D591D42-F78F-4C69-81A5-54A27D98B736}" presName="vert1" presStyleCnt="0"/>
      <dgm:spPr/>
    </dgm:pt>
  </dgm:ptLst>
  <dgm:cxnLst>
    <dgm:cxn modelId="{CFE3AB1C-BB55-4BCA-AE12-EE3F62F65AB9}" type="presOf" srcId="{02B805CA-336C-4D4D-BA3F-6B066A754E96}" destId="{CD626E34-5AC7-46F8-909A-2FAA026198E5}" srcOrd="0" destOrd="0" presId="urn:microsoft.com/office/officeart/2008/layout/LinedList"/>
    <dgm:cxn modelId="{C34BB722-35E7-4D8F-B7A5-F05E0AD11666}" type="presOf" srcId="{6D591D42-F78F-4C69-81A5-54A27D98B736}" destId="{C142061A-9C19-45EA-A679-24548AC4B060}" srcOrd="0" destOrd="0" presId="urn:microsoft.com/office/officeart/2008/layout/LinedList"/>
    <dgm:cxn modelId="{CE768431-5F40-406D-B173-F1591DE6192F}" type="presOf" srcId="{E2BEF935-87D5-421F-BB6A-53F11FB0332C}" destId="{9C69A64D-D7A9-4DA1-8271-C87578275C33}" srcOrd="0" destOrd="0" presId="urn:microsoft.com/office/officeart/2008/layout/LinedList"/>
    <dgm:cxn modelId="{8A82E835-3AEE-418B-B28C-F283C3CA14A6}" type="presOf" srcId="{1BE8E99D-FC22-4BA5-B468-E6942B94C61A}" destId="{6486BD2E-1A73-47AC-9E46-66DD3443C2BD}" srcOrd="0" destOrd="0" presId="urn:microsoft.com/office/officeart/2008/layout/LinedList"/>
    <dgm:cxn modelId="{22CC364F-E393-4780-B0F3-8852E05AB4A6}" type="presOf" srcId="{503D4D48-F15D-4993-98CC-C0B0B5C63F2B}" destId="{560B596A-342A-4379-B9F1-630EB3EC344B}" srcOrd="0" destOrd="0" presId="urn:microsoft.com/office/officeart/2008/layout/LinedList"/>
    <dgm:cxn modelId="{BDD9207E-0CCC-4B5A-9821-E5D68523AE06}" srcId="{1BE8E99D-FC22-4BA5-B468-E6942B94C61A}" destId="{503D4D48-F15D-4993-98CC-C0B0B5C63F2B}" srcOrd="4" destOrd="0" parTransId="{BC5CC174-245F-4936-8BCE-00348F766B04}" sibTransId="{FC875AF9-06DD-4428-A2A6-5D74E64231FF}"/>
    <dgm:cxn modelId="{D0D1C894-0E28-4939-A0EA-7CBA27D1603D}" type="presOf" srcId="{30E12C1E-8BB7-40C3-8297-5012CD8375AC}" destId="{84D03A50-C21B-4F78-BDF3-A1C7D895028E}" srcOrd="0" destOrd="0" presId="urn:microsoft.com/office/officeart/2008/layout/LinedList"/>
    <dgm:cxn modelId="{8AFF91A2-54DD-46F5-A678-B715999A9C76}" srcId="{1BE8E99D-FC22-4BA5-B468-E6942B94C61A}" destId="{30E12C1E-8BB7-40C3-8297-5012CD8375AC}" srcOrd="3" destOrd="0" parTransId="{867D8E76-5D99-4CF3-A038-91BA47707DBC}" sibTransId="{DE2983AB-F78A-4CEB-A49E-1767BC81C8FE}"/>
    <dgm:cxn modelId="{35C37CC4-FD93-451F-8BBF-8FA856AD590A}" srcId="{1BE8E99D-FC22-4BA5-B468-E6942B94C61A}" destId="{02B805CA-336C-4D4D-BA3F-6B066A754E96}" srcOrd="2" destOrd="0" parTransId="{46397A83-DCED-48A9-BC96-B6CEBD81E3C4}" sibTransId="{11410698-3372-47F1-9761-0A163B9329C3}"/>
    <dgm:cxn modelId="{556EB6D6-7DD1-42C9-91B2-EDC199E52E9B}" srcId="{1BE8E99D-FC22-4BA5-B468-E6942B94C61A}" destId="{6D591D42-F78F-4C69-81A5-54A27D98B736}" srcOrd="5" destOrd="0" parTransId="{1E14DD5F-A95A-4B11-B1DF-868535820A45}" sibTransId="{0FAACE4B-82FE-475E-81DA-9587E84EA8DB}"/>
    <dgm:cxn modelId="{3B9DC9DC-9459-4697-831E-C1A9A60FAD19}" srcId="{1BE8E99D-FC22-4BA5-B468-E6942B94C61A}" destId="{E2BEF935-87D5-421F-BB6A-53F11FB0332C}" srcOrd="0" destOrd="0" parTransId="{A70AADCB-63EE-4610-A077-1F797D3C5578}" sibTransId="{659C7186-923D-4ABB-9FA6-99354254C401}"/>
    <dgm:cxn modelId="{801BC7E0-74E9-4699-A87E-04AD7EFDBEA0}" type="presOf" srcId="{7ED2CCB6-8817-4C1B-B717-C238D233DB6C}" destId="{78995F41-0DD4-4246-84E2-7F6DBE4B1ABD}" srcOrd="0" destOrd="0" presId="urn:microsoft.com/office/officeart/2008/layout/LinedList"/>
    <dgm:cxn modelId="{DBEC9FEF-B1A4-4050-B304-67E7C1D33F16}" srcId="{1BE8E99D-FC22-4BA5-B468-E6942B94C61A}" destId="{7ED2CCB6-8817-4C1B-B717-C238D233DB6C}" srcOrd="1" destOrd="0" parTransId="{FE7712C6-8E66-4CC5-8548-9AF831830539}" sibTransId="{83483089-0950-4FA6-9B90-2C3CE0D63D92}"/>
    <dgm:cxn modelId="{F4264BC1-FCB8-46B7-B0C9-E969FA551D96}" type="presParOf" srcId="{6486BD2E-1A73-47AC-9E46-66DD3443C2BD}" destId="{554C98CA-B292-45FB-83D0-CD87DBCED143}" srcOrd="0" destOrd="0" presId="urn:microsoft.com/office/officeart/2008/layout/LinedList"/>
    <dgm:cxn modelId="{F6CACBE3-4581-4E64-9F87-501DA774ECA8}" type="presParOf" srcId="{6486BD2E-1A73-47AC-9E46-66DD3443C2BD}" destId="{FFCE6904-1917-43A9-9822-9BB8EED06BDC}" srcOrd="1" destOrd="0" presId="urn:microsoft.com/office/officeart/2008/layout/LinedList"/>
    <dgm:cxn modelId="{409F9463-A8F1-41F3-BF6F-65715518DE98}" type="presParOf" srcId="{FFCE6904-1917-43A9-9822-9BB8EED06BDC}" destId="{9C69A64D-D7A9-4DA1-8271-C87578275C33}" srcOrd="0" destOrd="0" presId="urn:microsoft.com/office/officeart/2008/layout/LinedList"/>
    <dgm:cxn modelId="{245D9AB0-1186-4B2F-9253-ADEDC40844ED}" type="presParOf" srcId="{FFCE6904-1917-43A9-9822-9BB8EED06BDC}" destId="{FB633794-ED4E-46FA-9816-24980CB5A8B3}" srcOrd="1" destOrd="0" presId="urn:microsoft.com/office/officeart/2008/layout/LinedList"/>
    <dgm:cxn modelId="{4234E939-A87F-499D-8E57-7BAB26B1C016}" type="presParOf" srcId="{6486BD2E-1A73-47AC-9E46-66DD3443C2BD}" destId="{A502BE08-3508-487C-98FD-51BFF31A03CF}" srcOrd="2" destOrd="0" presId="urn:microsoft.com/office/officeart/2008/layout/LinedList"/>
    <dgm:cxn modelId="{B5AF5A4B-A80A-404B-A788-637FFBC3953F}" type="presParOf" srcId="{6486BD2E-1A73-47AC-9E46-66DD3443C2BD}" destId="{7BC944FF-B434-490A-8F36-09DC9EAAA8BB}" srcOrd="3" destOrd="0" presId="urn:microsoft.com/office/officeart/2008/layout/LinedList"/>
    <dgm:cxn modelId="{8AB12DEB-E7A4-4D02-8E53-5FFE40588141}" type="presParOf" srcId="{7BC944FF-B434-490A-8F36-09DC9EAAA8BB}" destId="{78995F41-0DD4-4246-84E2-7F6DBE4B1ABD}" srcOrd="0" destOrd="0" presId="urn:microsoft.com/office/officeart/2008/layout/LinedList"/>
    <dgm:cxn modelId="{2C2A4405-6962-4A14-8329-A0B51F030E24}" type="presParOf" srcId="{7BC944FF-B434-490A-8F36-09DC9EAAA8BB}" destId="{C98F31F9-DE5C-4D8B-8238-83F911F0B5A5}" srcOrd="1" destOrd="0" presId="urn:microsoft.com/office/officeart/2008/layout/LinedList"/>
    <dgm:cxn modelId="{27673A92-2570-42C6-8A93-7BA488589628}" type="presParOf" srcId="{6486BD2E-1A73-47AC-9E46-66DD3443C2BD}" destId="{EB868F61-8B34-43D6-A9A8-C8F6406AA8C2}" srcOrd="4" destOrd="0" presId="urn:microsoft.com/office/officeart/2008/layout/LinedList"/>
    <dgm:cxn modelId="{9F89BB0D-0903-42F4-BF2A-C693A4E2B949}" type="presParOf" srcId="{6486BD2E-1A73-47AC-9E46-66DD3443C2BD}" destId="{33639AF8-6F1E-4948-B8BB-F9AD94CBBD8D}" srcOrd="5" destOrd="0" presId="urn:microsoft.com/office/officeart/2008/layout/LinedList"/>
    <dgm:cxn modelId="{679985A6-70C4-4076-9BAC-F73D83AA5BBB}" type="presParOf" srcId="{33639AF8-6F1E-4948-B8BB-F9AD94CBBD8D}" destId="{CD626E34-5AC7-46F8-909A-2FAA026198E5}" srcOrd="0" destOrd="0" presId="urn:microsoft.com/office/officeart/2008/layout/LinedList"/>
    <dgm:cxn modelId="{3C464294-E97A-4335-8524-B2AB6673AD4D}" type="presParOf" srcId="{33639AF8-6F1E-4948-B8BB-F9AD94CBBD8D}" destId="{074965F6-6287-43EA-AAF4-713F5EB37047}" srcOrd="1" destOrd="0" presId="urn:microsoft.com/office/officeart/2008/layout/LinedList"/>
    <dgm:cxn modelId="{CABE2250-D921-495C-9BD7-6A4C7C6A5B2F}" type="presParOf" srcId="{6486BD2E-1A73-47AC-9E46-66DD3443C2BD}" destId="{25D73317-6D4C-4B02-8BAD-E8A8B2B34925}" srcOrd="6" destOrd="0" presId="urn:microsoft.com/office/officeart/2008/layout/LinedList"/>
    <dgm:cxn modelId="{19EB064C-D00B-41F2-B5E9-9D6D36172391}" type="presParOf" srcId="{6486BD2E-1A73-47AC-9E46-66DD3443C2BD}" destId="{E93D0CD6-FC42-47AE-BF92-B09B705F5DD5}" srcOrd="7" destOrd="0" presId="urn:microsoft.com/office/officeart/2008/layout/LinedList"/>
    <dgm:cxn modelId="{1A9E6D4C-2968-41CF-A7BE-7094C556B202}" type="presParOf" srcId="{E93D0CD6-FC42-47AE-BF92-B09B705F5DD5}" destId="{84D03A50-C21B-4F78-BDF3-A1C7D895028E}" srcOrd="0" destOrd="0" presId="urn:microsoft.com/office/officeart/2008/layout/LinedList"/>
    <dgm:cxn modelId="{2AE9F9DB-EB10-4F95-9C2B-99B22A2C9DE5}" type="presParOf" srcId="{E93D0CD6-FC42-47AE-BF92-B09B705F5DD5}" destId="{195898A2-E510-4801-9D2B-9D9318330ADA}" srcOrd="1" destOrd="0" presId="urn:microsoft.com/office/officeart/2008/layout/LinedList"/>
    <dgm:cxn modelId="{7C0E7E1C-720A-4D5C-92F6-F46614DE7B19}" type="presParOf" srcId="{6486BD2E-1A73-47AC-9E46-66DD3443C2BD}" destId="{11EAF691-8554-4DDC-90E6-83E8F71A8DD5}" srcOrd="8" destOrd="0" presId="urn:microsoft.com/office/officeart/2008/layout/LinedList"/>
    <dgm:cxn modelId="{17BAED1E-2CAB-4D59-9DB1-AFC0B7A30006}" type="presParOf" srcId="{6486BD2E-1A73-47AC-9E46-66DD3443C2BD}" destId="{746DED0E-F9B8-45C3-AF67-6E86E92A76B4}" srcOrd="9" destOrd="0" presId="urn:microsoft.com/office/officeart/2008/layout/LinedList"/>
    <dgm:cxn modelId="{C20994E0-A333-494C-8E21-71692A21EE9D}" type="presParOf" srcId="{746DED0E-F9B8-45C3-AF67-6E86E92A76B4}" destId="{560B596A-342A-4379-B9F1-630EB3EC344B}" srcOrd="0" destOrd="0" presId="urn:microsoft.com/office/officeart/2008/layout/LinedList"/>
    <dgm:cxn modelId="{DC483384-FD74-4C3A-8D47-B6BE2D941183}" type="presParOf" srcId="{746DED0E-F9B8-45C3-AF67-6E86E92A76B4}" destId="{984DABEB-E1DB-45A6-8C05-275B8308E5B1}" srcOrd="1" destOrd="0" presId="urn:microsoft.com/office/officeart/2008/layout/LinedList"/>
    <dgm:cxn modelId="{0BD97EFE-3FF8-4494-88C4-318EEE0CB99B}" type="presParOf" srcId="{6486BD2E-1A73-47AC-9E46-66DD3443C2BD}" destId="{D8A47D34-C8F6-4A85-93B7-BD26F049287A}" srcOrd="10" destOrd="0" presId="urn:microsoft.com/office/officeart/2008/layout/LinedList"/>
    <dgm:cxn modelId="{AAD56D0E-5AA6-4D45-92A4-619F3AD37805}" type="presParOf" srcId="{6486BD2E-1A73-47AC-9E46-66DD3443C2BD}" destId="{4AC6AD2C-C9A6-4F8B-8C1C-C91185E174D4}" srcOrd="11" destOrd="0" presId="urn:microsoft.com/office/officeart/2008/layout/LinedList"/>
    <dgm:cxn modelId="{4043A7D5-C7E9-48DB-8D16-4216DE496575}" type="presParOf" srcId="{4AC6AD2C-C9A6-4F8B-8C1C-C91185E174D4}" destId="{C142061A-9C19-45EA-A679-24548AC4B060}" srcOrd="0" destOrd="0" presId="urn:microsoft.com/office/officeart/2008/layout/LinedList"/>
    <dgm:cxn modelId="{8418B95C-B60F-4C50-9AB9-619AE5FAAD27}" type="presParOf" srcId="{4AC6AD2C-C9A6-4F8B-8C1C-C91185E174D4}" destId="{5500BA99-C566-429B-9623-41FE05194A7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AB9A4D1-5BCB-43A4-A6C8-38BF4417FA6C}" type="doc">
      <dgm:prSet loTypeId="urn:microsoft.com/office/officeart/2005/8/layout/vProcess5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51D088D-32FC-4831-AE2F-C06AE5CA170F}">
      <dgm:prSet/>
      <dgm:spPr/>
      <dgm:t>
        <a:bodyPr/>
        <a:lstStyle/>
        <a:p>
          <a:r>
            <a:rPr lang="en-US"/>
            <a:t>Input: Array of size </a:t>
          </a:r>
          <a:r>
            <a:rPr lang="en-US" b="1"/>
            <a:t>n</a:t>
          </a:r>
          <a:r>
            <a:rPr lang="en-US"/>
            <a:t> </a:t>
          </a:r>
        </a:p>
      </dgm:t>
    </dgm:pt>
    <dgm:pt modelId="{BF6A6E1D-AC1F-4C3F-A022-CD47F4C08984}" type="parTrans" cxnId="{ADE94CA4-5278-4517-A84B-756C51F93D8F}">
      <dgm:prSet/>
      <dgm:spPr/>
      <dgm:t>
        <a:bodyPr/>
        <a:lstStyle/>
        <a:p>
          <a:endParaRPr lang="en-US"/>
        </a:p>
      </dgm:t>
    </dgm:pt>
    <dgm:pt modelId="{F12DD851-DA60-4B8A-B037-6D78F318B196}" type="sibTrans" cxnId="{ADE94CA4-5278-4517-A84B-756C51F93D8F}">
      <dgm:prSet/>
      <dgm:spPr/>
      <dgm:t>
        <a:bodyPr/>
        <a:lstStyle/>
        <a:p>
          <a:endParaRPr lang="en-US"/>
        </a:p>
      </dgm:t>
    </dgm:pt>
    <dgm:pt modelId="{77ED64D2-BF93-4AC0-81B6-DF4610DE6476}">
      <dgm:prSet/>
      <dgm:spPr/>
      <dgm:t>
        <a:bodyPr/>
        <a:lstStyle/>
        <a:p>
          <a:r>
            <a:rPr lang="en-US"/>
            <a:t>Outer loop executes </a:t>
          </a:r>
          <a:r>
            <a:rPr lang="en-US" b="1"/>
            <a:t>n</a:t>
          </a:r>
          <a:r>
            <a:rPr lang="en-US"/>
            <a:t> times. </a:t>
          </a:r>
        </a:p>
      </dgm:t>
    </dgm:pt>
    <dgm:pt modelId="{8CA17D23-2560-402D-B7F6-76FDE6343A59}" type="parTrans" cxnId="{368D7370-5C08-4C19-ABD1-008349A53D42}">
      <dgm:prSet/>
      <dgm:spPr/>
      <dgm:t>
        <a:bodyPr/>
        <a:lstStyle/>
        <a:p>
          <a:endParaRPr lang="en-US"/>
        </a:p>
      </dgm:t>
    </dgm:pt>
    <dgm:pt modelId="{C264A567-5A3A-47A0-AE59-A1876D5694E5}" type="sibTrans" cxnId="{368D7370-5C08-4C19-ABD1-008349A53D42}">
      <dgm:prSet/>
      <dgm:spPr/>
      <dgm:t>
        <a:bodyPr/>
        <a:lstStyle/>
        <a:p>
          <a:endParaRPr lang="en-US"/>
        </a:p>
      </dgm:t>
    </dgm:pt>
    <dgm:pt modelId="{EDA0CE64-3125-4360-8F7F-F9F170D35030}">
      <dgm:prSet/>
      <dgm:spPr/>
      <dgm:t>
        <a:bodyPr/>
        <a:lstStyle/>
        <a:p>
          <a:r>
            <a:rPr lang="en-US"/>
            <a:t>Inner loop executes </a:t>
          </a:r>
          <a:r>
            <a:rPr lang="en-US" b="1"/>
            <a:t>n</a:t>
          </a:r>
          <a:r>
            <a:rPr lang="en-US"/>
            <a:t> times for every outer iteration. </a:t>
          </a:r>
        </a:p>
      </dgm:t>
    </dgm:pt>
    <dgm:pt modelId="{5FFA04A7-AF64-460B-A0F6-6545A8C5F5CF}" type="parTrans" cxnId="{81871525-956A-44DE-86E3-F69F1F1E8AE4}">
      <dgm:prSet/>
      <dgm:spPr/>
      <dgm:t>
        <a:bodyPr/>
        <a:lstStyle/>
        <a:p>
          <a:endParaRPr lang="en-US"/>
        </a:p>
      </dgm:t>
    </dgm:pt>
    <dgm:pt modelId="{E3CC469A-5821-4D5F-BAB0-AF1DEA7F7A1E}" type="sibTrans" cxnId="{81871525-956A-44DE-86E3-F69F1F1E8AE4}">
      <dgm:prSet/>
      <dgm:spPr/>
      <dgm:t>
        <a:bodyPr/>
        <a:lstStyle/>
        <a:p>
          <a:endParaRPr lang="en-US"/>
        </a:p>
      </dgm:t>
    </dgm:pt>
    <dgm:pt modelId="{3AB53D9D-D962-405D-A05D-1D0B2F17131B}">
      <dgm:prSet/>
      <dgm:spPr/>
      <dgm:t>
        <a:bodyPr/>
        <a:lstStyle/>
        <a:p>
          <a:r>
            <a:rPr lang="en-US"/>
            <a:t>Each inner iteration performs one counting operation.</a:t>
          </a:r>
        </a:p>
      </dgm:t>
    </dgm:pt>
    <dgm:pt modelId="{B31A1C9D-C840-4F55-85A0-790428DBF9AE}" type="parTrans" cxnId="{075C8278-BA01-4AAE-BF99-C1B9AC88DF19}">
      <dgm:prSet/>
      <dgm:spPr/>
      <dgm:t>
        <a:bodyPr/>
        <a:lstStyle/>
        <a:p>
          <a:endParaRPr lang="en-US"/>
        </a:p>
      </dgm:t>
    </dgm:pt>
    <dgm:pt modelId="{A24C85D0-CAF0-47E0-9855-3E7C02153F6F}" type="sibTrans" cxnId="{075C8278-BA01-4AAE-BF99-C1B9AC88DF19}">
      <dgm:prSet/>
      <dgm:spPr/>
      <dgm:t>
        <a:bodyPr/>
        <a:lstStyle/>
        <a:p>
          <a:endParaRPr lang="en-US"/>
        </a:p>
      </dgm:t>
    </dgm:pt>
    <dgm:pt modelId="{5484F37D-AD3F-46E6-BBC3-38D4FF592810}" type="pres">
      <dgm:prSet presAssocID="{AAB9A4D1-5BCB-43A4-A6C8-38BF4417FA6C}" presName="outerComposite" presStyleCnt="0">
        <dgm:presLayoutVars>
          <dgm:chMax val="5"/>
          <dgm:dir/>
          <dgm:resizeHandles val="exact"/>
        </dgm:presLayoutVars>
      </dgm:prSet>
      <dgm:spPr/>
    </dgm:pt>
    <dgm:pt modelId="{4945F739-87E5-4233-9AEF-DAC85987B06B}" type="pres">
      <dgm:prSet presAssocID="{AAB9A4D1-5BCB-43A4-A6C8-38BF4417FA6C}" presName="dummyMaxCanvas" presStyleCnt="0">
        <dgm:presLayoutVars/>
      </dgm:prSet>
      <dgm:spPr/>
    </dgm:pt>
    <dgm:pt modelId="{79C0A647-03DF-472E-8384-5A313FFE9A24}" type="pres">
      <dgm:prSet presAssocID="{AAB9A4D1-5BCB-43A4-A6C8-38BF4417FA6C}" presName="FourNodes_1" presStyleLbl="node1" presStyleIdx="0" presStyleCnt="4">
        <dgm:presLayoutVars>
          <dgm:bulletEnabled val="1"/>
        </dgm:presLayoutVars>
      </dgm:prSet>
      <dgm:spPr/>
    </dgm:pt>
    <dgm:pt modelId="{B0DB07CA-5E3B-43FA-A5E5-15A611AECBD2}" type="pres">
      <dgm:prSet presAssocID="{AAB9A4D1-5BCB-43A4-A6C8-38BF4417FA6C}" presName="FourNodes_2" presStyleLbl="node1" presStyleIdx="1" presStyleCnt="4">
        <dgm:presLayoutVars>
          <dgm:bulletEnabled val="1"/>
        </dgm:presLayoutVars>
      </dgm:prSet>
      <dgm:spPr/>
    </dgm:pt>
    <dgm:pt modelId="{4925CD52-2667-4244-BC33-FECBE037DCC1}" type="pres">
      <dgm:prSet presAssocID="{AAB9A4D1-5BCB-43A4-A6C8-38BF4417FA6C}" presName="FourNodes_3" presStyleLbl="node1" presStyleIdx="2" presStyleCnt="4">
        <dgm:presLayoutVars>
          <dgm:bulletEnabled val="1"/>
        </dgm:presLayoutVars>
      </dgm:prSet>
      <dgm:spPr/>
    </dgm:pt>
    <dgm:pt modelId="{FC837203-323D-46C1-A06D-3FEBED4C0F2B}" type="pres">
      <dgm:prSet presAssocID="{AAB9A4D1-5BCB-43A4-A6C8-38BF4417FA6C}" presName="FourNodes_4" presStyleLbl="node1" presStyleIdx="3" presStyleCnt="4">
        <dgm:presLayoutVars>
          <dgm:bulletEnabled val="1"/>
        </dgm:presLayoutVars>
      </dgm:prSet>
      <dgm:spPr/>
    </dgm:pt>
    <dgm:pt modelId="{A66B8A0A-E5C8-43CA-B9ED-6484398D47F2}" type="pres">
      <dgm:prSet presAssocID="{AAB9A4D1-5BCB-43A4-A6C8-38BF4417FA6C}" presName="FourConn_1-2" presStyleLbl="fgAccFollowNode1" presStyleIdx="0" presStyleCnt="3">
        <dgm:presLayoutVars>
          <dgm:bulletEnabled val="1"/>
        </dgm:presLayoutVars>
      </dgm:prSet>
      <dgm:spPr/>
    </dgm:pt>
    <dgm:pt modelId="{0E367471-8C71-420B-A16E-DBDF178787FB}" type="pres">
      <dgm:prSet presAssocID="{AAB9A4D1-5BCB-43A4-A6C8-38BF4417FA6C}" presName="FourConn_2-3" presStyleLbl="fgAccFollowNode1" presStyleIdx="1" presStyleCnt="3">
        <dgm:presLayoutVars>
          <dgm:bulletEnabled val="1"/>
        </dgm:presLayoutVars>
      </dgm:prSet>
      <dgm:spPr/>
    </dgm:pt>
    <dgm:pt modelId="{AE830FE0-A2E4-4210-A933-CB68688598CD}" type="pres">
      <dgm:prSet presAssocID="{AAB9A4D1-5BCB-43A4-A6C8-38BF4417FA6C}" presName="FourConn_3-4" presStyleLbl="fgAccFollowNode1" presStyleIdx="2" presStyleCnt="3">
        <dgm:presLayoutVars>
          <dgm:bulletEnabled val="1"/>
        </dgm:presLayoutVars>
      </dgm:prSet>
      <dgm:spPr/>
    </dgm:pt>
    <dgm:pt modelId="{6BB8A3E6-CC73-46AF-AD42-0BB4AD41602D}" type="pres">
      <dgm:prSet presAssocID="{AAB9A4D1-5BCB-43A4-A6C8-38BF4417FA6C}" presName="FourNodes_1_text" presStyleLbl="node1" presStyleIdx="3" presStyleCnt="4">
        <dgm:presLayoutVars>
          <dgm:bulletEnabled val="1"/>
        </dgm:presLayoutVars>
      </dgm:prSet>
      <dgm:spPr/>
    </dgm:pt>
    <dgm:pt modelId="{2FD62D90-4433-41CF-BD0E-1A60BDA8AA76}" type="pres">
      <dgm:prSet presAssocID="{AAB9A4D1-5BCB-43A4-A6C8-38BF4417FA6C}" presName="FourNodes_2_text" presStyleLbl="node1" presStyleIdx="3" presStyleCnt="4">
        <dgm:presLayoutVars>
          <dgm:bulletEnabled val="1"/>
        </dgm:presLayoutVars>
      </dgm:prSet>
      <dgm:spPr/>
    </dgm:pt>
    <dgm:pt modelId="{57F1B1AD-8C0B-4C0D-A2A2-FE94BB5E143D}" type="pres">
      <dgm:prSet presAssocID="{AAB9A4D1-5BCB-43A4-A6C8-38BF4417FA6C}" presName="FourNodes_3_text" presStyleLbl="node1" presStyleIdx="3" presStyleCnt="4">
        <dgm:presLayoutVars>
          <dgm:bulletEnabled val="1"/>
        </dgm:presLayoutVars>
      </dgm:prSet>
      <dgm:spPr/>
    </dgm:pt>
    <dgm:pt modelId="{A29A8B51-6D26-4132-B684-B927F6E50C81}" type="pres">
      <dgm:prSet presAssocID="{AAB9A4D1-5BCB-43A4-A6C8-38BF4417FA6C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C994350A-47BE-4511-8C1D-27837C98DCF6}" type="presOf" srcId="{EDA0CE64-3125-4360-8F7F-F9F170D35030}" destId="{4925CD52-2667-4244-BC33-FECBE037DCC1}" srcOrd="0" destOrd="0" presId="urn:microsoft.com/office/officeart/2005/8/layout/vProcess5"/>
    <dgm:cxn modelId="{81871525-956A-44DE-86E3-F69F1F1E8AE4}" srcId="{AAB9A4D1-5BCB-43A4-A6C8-38BF4417FA6C}" destId="{EDA0CE64-3125-4360-8F7F-F9F170D35030}" srcOrd="2" destOrd="0" parTransId="{5FFA04A7-AF64-460B-A0F6-6545A8C5F5CF}" sibTransId="{E3CC469A-5821-4D5F-BAB0-AF1DEA7F7A1E}"/>
    <dgm:cxn modelId="{85C1232D-4511-4748-85AE-C5E3506633DC}" type="presOf" srcId="{AAB9A4D1-5BCB-43A4-A6C8-38BF4417FA6C}" destId="{5484F37D-AD3F-46E6-BBC3-38D4FF592810}" srcOrd="0" destOrd="0" presId="urn:microsoft.com/office/officeart/2005/8/layout/vProcess5"/>
    <dgm:cxn modelId="{65DEDD2D-5C67-4E63-8A6F-28C8F7EB27CB}" type="presOf" srcId="{3AB53D9D-D962-405D-A05D-1D0B2F17131B}" destId="{A29A8B51-6D26-4132-B684-B927F6E50C81}" srcOrd="1" destOrd="0" presId="urn:microsoft.com/office/officeart/2005/8/layout/vProcess5"/>
    <dgm:cxn modelId="{7052795E-227A-489D-A5C9-F6F0289678C8}" type="presOf" srcId="{E3CC469A-5821-4D5F-BAB0-AF1DEA7F7A1E}" destId="{AE830FE0-A2E4-4210-A933-CB68688598CD}" srcOrd="0" destOrd="0" presId="urn:microsoft.com/office/officeart/2005/8/layout/vProcess5"/>
    <dgm:cxn modelId="{368D7370-5C08-4C19-ABD1-008349A53D42}" srcId="{AAB9A4D1-5BCB-43A4-A6C8-38BF4417FA6C}" destId="{77ED64D2-BF93-4AC0-81B6-DF4610DE6476}" srcOrd="1" destOrd="0" parTransId="{8CA17D23-2560-402D-B7F6-76FDE6343A59}" sibTransId="{C264A567-5A3A-47A0-AE59-A1876D5694E5}"/>
    <dgm:cxn modelId="{C7987E52-2E62-4021-BA88-F3A15EAF6524}" type="presOf" srcId="{C264A567-5A3A-47A0-AE59-A1876D5694E5}" destId="{0E367471-8C71-420B-A16E-DBDF178787FB}" srcOrd="0" destOrd="0" presId="urn:microsoft.com/office/officeart/2005/8/layout/vProcess5"/>
    <dgm:cxn modelId="{075C8278-BA01-4AAE-BF99-C1B9AC88DF19}" srcId="{AAB9A4D1-5BCB-43A4-A6C8-38BF4417FA6C}" destId="{3AB53D9D-D962-405D-A05D-1D0B2F17131B}" srcOrd="3" destOrd="0" parTransId="{B31A1C9D-C840-4F55-85A0-790428DBF9AE}" sibTransId="{A24C85D0-CAF0-47E0-9855-3E7C02153F6F}"/>
    <dgm:cxn modelId="{0329A490-6C61-4828-AAFB-B2628AB1FA19}" type="presOf" srcId="{3AB53D9D-D962-405D-A05D-1D0B2F17131B}" destId="{FC837203-323D-46C1-A06D-3FEBED4C0F2B}" srcOrd="0" destOrd="0" presId="urn:microsoft.com/office/officeart/2005/8/layout/vProcess5"/>
    <dgm:cxn modelId="{46BCD2A1-DAE3-438E-B1FA-A4F925936534}" type="presOf" srcId="{751D088D-32FC-4831-AE2F-C06AE5CA170F}" destId="{6BB8A3E6-CC73-46AF-AD42-0BB4AD41602D}" srcOrd="1" destOrd="0" presId="urn:microsoft.com/office/officeart/2005/8/layout/vProcess5"/>
    <dgm:cxn modelId="{ADE94CA4-5278-4517-A84B-756C51F93D8F}" srcId="{AAB9A4D1-5BCB-43A4-A6C8-38BF4417FA6C}" destId="{751D088D-32FC-4831-AE2F-C06AE5CA170F}" srcOrd="0" destOrd="0" parTransId="{BF6A6E1D-AC1F-4C3F-A022-CD47F4C08984}" sibTransId="{F12DD851-DA60-4B8A-B037-6D78F318B196}"/>
    <dgm:cxn modelId="{884C80A5-92AA-4166-B7D7-89946480790A}" type="presOf" srcId="{F12DD851-DA60-4B8A-B037-6D78F318B196}" destId="{A66B8A0A-E5C8-43CA-B9ED-6484398D47F2}" srcOrd="0" destOrd="0" presId="urn:microsoft.com/office/officeart/2005/8/layout/vProcess5"/>
    <dgm:cxn modelId="{8BE700B1-6EFE-4D24-AF53-207C8608EAB2}" type="presOf" srcId="{77ED64D2-BF93-4AC0-81B6-DF4610DE6476}" destId="{2FD62D90-4433-41CF-BD0E-1A60BDA8AA76}" srcOrd="1" destOrd="0" presId="urn:microsoft.com/office/officeart/2005/8/layout/vProcess5"/>
    <dgm:cxn modelId="{2802DCD4-EAFB-476C-9AE6-97115C051F3A}" type="presOf" srcId="{751D088D-32FC-4831-AE2F-C06AE5CA170F}" destId="{79C0A647-03DF-472E-8384-5A313FFE9A24}" srcOrd="0" destOrd="0" presId="urn:microsoft.com/office/officeart/2005/8/layout/vProcess5"/>
    <dgm:cxn modelId="{820441D8-CCAE-4BA3-809C-FBDB69B9ECAD}" type="presOf" srcId="{77ED64D2-BF93-4AC0-81B6-DF4610DE6476}" destId="{B0DB07CA-5E3B-43FA-A5E5-15A611AECBD2}" srcOrd="0" destOrd="0" presId="urn:microsoft.com/office/officeart/2005/8/layout/vProcess5"/>
    <dgm:cxn modelId="{C05496ED-2AD4-4DA2-90DF-36805085A604}" type="presOf" srcId="{EDA0CE64-3125-4360-8F7F-F9F170D35030}" destId="{57F1B1AD-8C0B-4C0D-A2A2-FE94BB5E143D}" srcOrd="1" destOrd="0" presId="urn:microsoft.com/office/officeart/2005/8/layout/vProcess5"/>
    <dgm:cxn modelId="{06E150D3-4E60-461F-9646-EC4E277380A0}" type="presParOf" srcId="{5484F37D-AD3F-46E6-BBC3-38D4FF592810}" destId="{4945F739-87E5-4233-9AEF-DAC85987B06B}" srcOrd="0" destOrd="0" presId="urn:microsoft.com/office/officeart/2005/8/layout/vProcess5"/>
    <dgm:cxn modelId="{FF830122-5E0E-4021-98F3-610FF2643FF5}" type="presParOf" srcId="{5484F37D-AD3F-46E6-BBC3-38D4FF592810}" destId="{79C0A647-03DF-472E-8384-5A313FFE9A24}" srcOrd="1" destOrd="0" presId="urn:microsoft.com/office/officeart/2005/8/layout/vProcess5"/>
    <dgm:cxn modelId="{5145631D-AF9A-43EC-B25A-E1B1AD9684D3}" type="presParOf" srcId="{5484F37D-AD3F-46E6-BBC3-38D4FF592810}" destId="{B0DB07CA-5E3B-43FA-A5E5-15A611AECBD2}" srcOrd="2" destOrd="0" presId="urn:microsoft.com/office/officeart/2005/8/layout/vProcess5"/>
    <dgm:cxn modelId="{BE93FD8E-2A2E-442D-95EC-E07BECAF516B}" type="presParOf" srcId="{5484F37D-AD3F-46E6-BBC3-38D4FF592810}" destId="{4925CD52-2667-4244-BC33-FECBE037DCC1}" srcOrd="3" destOrd="0" presId="urn:microsoft.com/office/officeart/2005/8/layout/vProcess5"/>
    <dgm:cxn modelId="{1650AC1D-5AB2-403C-8839-9FD781C3A4D6}" type="presParOf" srcId="{5484F37D-AD3F-46E6-BBC3-38D4FF592810}" destId="{FC837203-323D-46C1-A06D-3FEBED4C0F2B}" srcOrd="4" destOrd="0" presId="urn:microsoft.com/office/officeart/2005/8/layout/vProcess5"/>
    <dgm:cxn modelId="{60EA5790-5300-41AE-8D3A-E126547EA5B2}" type="presParOf" srcId="{5484F37D-AD3F-46E6-BBC3-38D4FF592810}" destId="{A66B8A0A-E5C8-43CA-B9ED-6484398D47F2}" srcOrd="5" destOrd="0" presId="urn:microsoft.com/office/officeart/2005/8/layout/vProcess5"/>
    <dgm:cxn modelId="{653F14DB-47B7-483A-AA0B-CF7DDAD060BA}" type="presParOf" srcId="{5484F37D-AD3F-46E6-BBC3-38D4FF592810}" destId="{0E367471-8C71-420B-A16E-DBDF178787FB}" srcOrd="6" destOrd="0" presId="urn:microsoft.com/office/officeart/2005/8/layout/vProcess5"/>
    <dgm:cxn modelId="{E6F31A39-F7A8-49FB-9C05-DE568644E49F}" type="presParOf" srcId="{5484F37D-AD3F-46E6-BBC3-38D4FF592810}" destId="{AE830FE0-A2E4-4210-A933-CB68688598CD}" srcOrd="7" destOrd="0" presId="urn:microsoft.com/office/officeart/2005/8/layout/vProcess5"/>
    <dgm:cxn modelId="{3E5B92DD-4C39-45E4-A9D2-9917582554FA}" type="presParOf" srcId="{5484F37D-AD3F-46E6-BBC3-38D4FF592810}" destId="{6BB8A3E6-CC73-46AF-AD42-0BB4AD41602D}" srcOrd="8" destOrd="0" presId="urn:microsoft.com/office/officeart/2005/8/layout/vProcess5"/>
    <dgm:cxn modelId="{6D74581C-F392-482C-9E43-BC0D9364EFF3}" type="presParOf" srcId="{5484F37D-AD3F-46E6-BBC3-38D4FF592810}" destId="{2FD62D90-4433-41CF-BD0E-1A60BDA8AA76}" srcOrd="9" destOrd="0" presId="urn:microsoft.com/office/officeart/2005/8/layout/vProcess5"/>
    <dgm:cxn modelId="{9D3C000C-4BDC-4677-9746-7F7BF1016593}" type="presParOf" srcId="{5484F37D-AD3F-46E6-BBC3-38D4FF592810}" destId="{57F1B1AD-8C0B-4C0D-A2A2-FE94BB5E143D}" srcOrd="10" destOrd="0" presId="urn:microsoft.com/office/officeart/2005/8/layout/vProcess5"/>
    <dgm:cxn modelId="{11AAE504-AE50-4EEE-8543-A403A17B599F}" type="presParOf" srcId="{5484F37D-AD3F-46E6-BBC3-38D4FF592810}" destId="{A29A8B51-6D26-4132-B684-B927F6E50C81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29A6965-E93D-4692-8AC3-3BF9F218776C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22C1072-8F32-4229-B594-DC6F7583F382}">
      <dgm:prSet/>
      <dgm:spPr/>
      <dgm:t>
        <a:bodyPr/>
        <a:lstStyle/>
        <a:p>
          <a:r>
            <a:rPr lang="en-US"/>
            <a:t>Matrix Multiplication </a:t>
          </a:r>
        </a:p>
      </dgm:t>
    </dgm:pt>
    <dgm:pt modelId="{E00579C4-1C95-450B-9DFA-DC6B4CAF6B59}" type="parTrans" cxnId="{EF8BB67C-089A-464A-83A2-83CFAFA8CAC9}">
      <dgm:prSet/>
      <dgm:spPr/>
      <dgm:t>
        <a:bodyPr/>
        <a:lstStyle/>
        <a:p>
          <a:endParaRPr lang="en-US"/>
        </a:p>
      </dgm:t>
    </dgm:pt>
    <dgm:pt modelId="{DE8F21C5-1454-4B6E-9C9B-C7408B37C73B}" type="sibTrans" cxnId="{EF8BB67C-089A-464A-83A2-83CFAFA8CAC9}">
      <dgm:prSet/>
      <dgm:spPr/>
      <dgm:t>
        <a:bodyPr/>
        <a:lstStyle/>
        <a:p>
          <a:endParaRPr lang="en-US"/>
        </a:p>
      </dgm:t>
    </dgm:pt>
    <dgm:pt modelId="{45B37735-D21F-4E78-8231-D03D7CC82F84}">
      <dgm:prSet/>
      <dgm:spPr/>
      <dgm:t>
        <a:bodyPr/>
        <a:lstStyle/>
        <a:p>
          <a:r>
            <a:rPr lang="en-US"/>
            <a:t>Image Processing </a:t>
          </a:r>
        </a:p>
      </dgm:t>
    </dgm:pt>
    <dgm:pt modelId="{C1F3D5B1-7277-45A8-AA53-E5BA195BC850}" type="parTrans" cxnId="{10868A7C-0629-4EF0-A9D3-650453300D9B}">
      <dgm:prSet/>
      <dgm:spPr/>
      <dgm:t>
        <a:bodyPr/>
        <a:lstStyle/>
        <a:p>
          <a:endParaRPr lang="en-US"/>
        </a:p>
      </dgm:t>
    </dgm:pt>
    <dgm:pt modelId="{E988D976-BD7C-4F1B-BB5C-7753FA6864BE}" type="sibTrans" cxnId="{10868A7C-0629-4EF0-A9D3-650453300D9B}">
      <dgm:prSet/>
      <dgm:spPr/>
      <dgm:t>
        <a:bodyPr/>
        <a:lstStyle/>
        <a:p>
          <a:endParaRPr lang="en-US"/>
        </a:p>
      </dgm:t>
    </dgm:pt>
    <dgm:pt modelId="{2A7517C3-C0D6-4100-B3B2-BD97D2CAA410}">
      <dgm:prSet/>
      <dgm:spPr/>
      <dgm:t>
        <a:bodyPr/>
        <a:lstStyle/>
        <a:p>
          <a:r>
            <a:rPr lang="en-US"/>
            <a:t>Pattern Searching </a:t>
          </a:r>
        </a:p>
      </dgm:t>
    </dgm:pt>
    <dgm:pt modelId="{EAF54AE5-B3AD-43F8-A6BC-A7B94ED32CEC}" type="parTrans" cxnId="{4A67DA3F-5F89-4CC4-A32E-95F374EE646C}">
      <dgm:prSet/>
      <dgm:spPr/>
      <dgm:t>
        <a:bodyPr/>
        <a:lstStyle/>
        <a:p>
          <a:endParaRPr lang="en-US"/>
        </a:p>
      </dgm:t>
    </dgm:pt>
    <dgm:pt modelId="{8AD3D83A-7AEB-401B-A1C0-F82913482FC4}" type="sibTrans" cxnId="{4A67DA3F-5F89-4CC4-A32E-95F374EE646C}">
      <dgm:prSet/>
      <dgm:spPr/>
      <dgm:t>
        <a:bodyPr/>
        <a:lstStyle/>
        <a:p>
          <a:endParaRPr lang="en-US"/>
        </a:p>
      </dgm:t>
    </dgm:pt>
    <dgm:pt modelId="{BC50F19C-8D4C-44B8-A075-C3945EBC7D87}">
      <dgm:prSet/>
      <dgm:spPr/>
      <dgm:t>
        <a:bodyPr/>
        <a:lstStyle/>
        <a:p>
          <a:r>
            <a:rPr lang="en-US"/>
            <a:t>Bubble Sort </a:t>
          </a:r>
        </a:p>
      </dgm:t>
    </dgm:pt>
    <dgm:pt modelId="{BD3622DF-C8B5-416A-B8BA-615C6CC1E847}" type="parTrans" cxnId="{794EEAEF-1519-4759-B6E5-F752AF2ABFF1}">
      <dgm:prSet/>
      <dgm:spPr/>
      <dgm:t>
        <a:bodyPr/>
        <a:lstStyle/>
        <a:p>
          <a:endParaRPr lang="en-US"/>
        </a:p>
      </dgm:t>
    </dgm:pt>
    <dgm:pt modelId="{EEFB5B70-9CA4-4BC6-A98A-6E820FB85E54}" type="sibTrans" cxnId="{794EEAEF-1519-4759-B6E5-F752AF2ABFF1}">
      <dgm:prSet/>
      <dgm:spPr/>
      <dgm:t>
        <a:bodyPr/>
        <a:lstStyle/>
        <a:p>
          <a:endParaRPr lang="en-US"/>
        </a:p>
      </dgm:t>
    </dgm:pt>
    <dgm:pt modelId="{0D6FFBC1-D15E-4E15-BEDA-39B720843692}">
      <dgm:prSet/>
      <dgm:spPr/>
      <dgm:t>
        <a:bodyPr/>
        <a:lstStyle/>
        <a:p>
          <a:r>
            <a:rPr lang="en-US"/>
            <a:t>Selection Sort </a:t>
          </a:r>
        </a:p>
      </dgm:t>
    </dgm:pt>
    <dgm:pt modelId="{2EF81F0D-99FD-4BAA-B651-94E5305FD016}" type="parTrans" cxnId="{BA5662F8-127E-4F97-8AC6-32B85936847D}">
      <dgm:prSet/>
      <dgm:spPr/>
      <dgm:t>
        <a:bodyPr/>
        <a:lstStyle/>
        <a:p>
          <a:endParaRPr lang="en-US"/>
        </a:p>
      </dgm:t>
    </dgm:pt>
    <dgm:pt modelId="{BF2B20D9-42B6-4BA3-AA42-F3DE1B40581C}" type="sibTrans" cxnId="{BA5662F8-127E-4F97-8AC6-32B85936847D}">
      <dgm:prSet/>
      <dgm:spPr/>
      <dgm:t>
        <a:bodyPr/>
        <a:lstStyle/>
        <a:p>
          <a:endParaRPr lang="en-US"/>
        </a:p>
      </dgm:t>
    </dgm:pt>
    <dgm:pt modelId="{A787A5E6-9653-44EE-A14B-773141C49A0D}">
      <dgm:prSet/>
      <dgm:spPr/>
      <dgm:t>
        <a:bodyPr/>
        <a:lstStyle/>
        <a:p>
          <a:r>
            <a:rPr lang="en-US"/>
            <a:t>Graph Algorithms (Adjacency Matrix) </a:t>
          </a:r>
        </a:p>
      </dgm:t>
    </dgm:pt>
    <dgm:pt modelId="{F9479479-78B8-4BA7-9533-22BBC431CBF9}" type="parTrans" cxnId="{F5D7A471-F554-4AC7-A561-D3B01A2407ED}">
      <dgm:prSet/>
      <dgm:spPr/>
      <dgm:t>
        <a:bodyPr/>
        <a:lstStyle/>
        <a:p>
          <a:endParaRPr lang="en-US"/>
        </a:p>
      </dgm:t>
    </dgm:pt>
    <dgm:pt modelId="{0486E3E3-D80A-4DEB-8B3B-0198F9FFE4B9}" type="sibTrans" cxnId="{F5D7A471-F554-4AC7-A561-D3B01A2407ED}">
      <dgm:prSet/>
      <dgm:spPr/>
      <dgm:t>
        <a:bodyPr/>
        <a:lstStyle/>
        <a:p>
          <a:endParaRPr lang="en-US"/>
        </a:p>
      </dgm:t>
    </dgm:pt>
    <dgm:pt modelId="{AE70E05B-F239-4D5A-9761-80FC3A3B02BA}">
      <dgm:prSet/>
      <dgm:spPr/>
      <dgm:t>
        <a:bodyPr/>
        <a:lstStyle/>
        <a:p>
          <a:r>
            <a:rPr lang="en-US"/>
            <a:t>Distance Calculations</a:t>
          </a:r>
        </a:p>
      </dgm:t>
    </dgm:pt>
    <dgm:pt modelId="{7A1C8954-36A8-4710-93E7-1AA27311A4F1}" type="parTrans" cxnId="{90D36A0E-D77A-4ACD-8B96-D2BDD5FACC01}">
      <dgm:prSet/>
      <dgm:spPr/>
      <dgm:t>
        <a:bodyPr/>
        <a:lstStyle/>
        <a:p>
          <a:endParaRPr lang="en-US"/>
        </a:p>
      </dgm:t>
    </dgm:pt>
    <dgm:pt modelId="{4923C020-947E-4F56-AFDC-AD345F6BA782}" type="sibTrans" cxnId="{90D36A0E-D77A-4ACD-8B96-D2BDD5FACC01}">
      <dgm:prSet/>
      <dgm:spPr/>
      <dgm:t>
        <a:bodyPr/>
        <a:lstStyle/>
        <a:p>
          <a:endParaRPr lang="en-US"/>
        </a:p>
      </dgm:t>
    </dgm:pt>
    <dgm:pt modelId="{03C5A29B-50D7-4DAB-BD13-502063A34C2A}" type="pres">
      <dgm:prSet presAssocID="{F29A6965-E93D-4692-8AC3-3BF9F218776C}" presName="linear" presStyleCnt="0">
        <dgm:presLayoutVars>
          <dgm:animLvl val="lvl"/>
          <dgm:resizeHandles val="exact"/>
        </dgm:presLayoutVars>
      </dgm:prSet>
      <dgm:spPr/>
    </dgm:pt>
    <dgm:pt modelId="{74A11DD3-FE26-4827-BAE1-4605189496E3}" type="pres">
      <dgm:prSet presAssocID="{622C1072-8F32-4229-B594-DC6F7583F382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68C967CB-EF60-4E9E-91E1-15C2F7635EF3}" type="pres">
      <dgm:prSet presAssocID="{DE8F21C5-1454-4B6E-9C9B-C7408B37C73B}" presName="spacer" presStyleCnt="0"/>
      <dgm:spPr/>
    </dgm:pt>
    <dgm:pt modelId="{DCF7EE44-D951-425B-BF64-D3EE13264B1A}" type="pres">
      <dgm:prSet presAssocID="{45B37735-D21F-4E78-8231-D03D7CC82F84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14BAE432-79D9-42CD-9E02-506453FFFFFD}" type="pres">
      <dgm:prSet presAssocID="{E988D976-BD7C-4F1B-BB5C-7753FA6864BE}" presName="spacer" presStyleCnt="0"/>
      <dgm:spPr/>
    </dgm:pt>
    <dgm:pt modelId="{1A85FB95-F018-44A9-A9E5-C61E89612600}" type="pres">
      <dgm:prSet presAssocID="{2A7517C3-C0D6-4100-B3B2-BD97D2CAA410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5E08C504-BB97-436E-A9A2-E3488F7AFF43}" type="pres">
      <dgm:prSet presAssocID="{8AD3D83A-7AEB-401B-A1C0-F82913482FC4}" presName="spacer" presStyleCnt="0"/>
      <dgm:spPr/>
    </dgm:pt>
    <dgm:pt modelId="{4099FC8D-CDA2-4331-8DA4-B96442195C84}" type="pres">
      <dgm:prSet presAssocID="{BC50F19C-8D4C-44B8-A075-C3945EBC7D87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F77DC1C3-3E68-4707-AA4C-B6544A24543D}" type="pres">
      <dgm:prSet presAssocID="{EEFB5B70-9CA4-4BC6-A98A-6E820FB85E54}" presName="spacer" presStyleCnt="0"/>
      <dgm:spPr/>
    </dgm:pt>
    <dgm:pt modelId="{8EA0975E-8317-4ABA-986B-1F80C8FD0A4B}" type="pres">
      <dgm:prSet presAssocID="{0D6FFBC1-D15E-4E15-BEDA-39B720843692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0CD1414A-CAEC-48B2-88A2-B4D7F2923CC2}" type="pres">
      <dgm:prSet presAssocID="{BF2B20D9-42B6-4BA3-AA42-F3DE1B40581C}" presName="spacer" presStyleCnt="0"/>
      <dgm:spPr/>
    </dgm:pt>
    <dgm:pt modelId="{3EE92A79-87BF-4D7A-9D9F-208115D5DD49}" type="pres">
      <dgm:prSet presAssocID="{A787A5E6-9653-44EE-A14B-773141C49A0D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95470C9A-83CD-4550-8790-85E4FBEFE2E2}" type="pres">
      <dgm:prSet presAssocID="{0486E3E3-D80A-4DEB-8B3B-0198F9FFE4B9}" presName="spacer" presStyleCnt="0"/>
      <dgm:spPr/>
    </dgm:pt>
    <dgm:pt modelId="{BE204E99-9FF8-4C16-9915-7A71C3C3B6B7}" type="pres">
      <dgm:prSet presAssocID="{AE70E05B-F239-4D5A-9761-80FC3A3B02BA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90D36A0E-D77A-4ACD-8B96-D2BDD5FACC01}" srcId="{F29A6965-E93D-4692-8AC3-3BF9F218776C}" destId="{AE70E05B-F239-4D5A-9761-80FC3A3B02BA}" srcOrd="6" destOrd="0" parTransId="{7A1C8954-36A8-4710-93E7-1AA27311A4F1}" sibTransId="{4923C020-947E-4F56-AFDC-AD345F6BA782}"/>
    <dgm:cxn modelId="{123E6B15-11B0-49FA-8938-19D4C1B4718E}" type="presOf" srcId="{A787A5E6-9653-44EE-A14B-773141C49A0D}" destId="{3EE92A79-87BF-4D7A-9D9F-208115D5DD49}" srcOrd="0" destOrd="0" presId="urn:microsoft.com/office/officeart/2005/8/layout/vList2"/>
    <dgm:cxn modelId="{93126E26-FC84-4712-884F-978AE3DB7113}" type="presOf" srcId="{0D6FFBC1-D15E-4E15-BEDA-39B720843692}" destId="{8EA0975E-8317-4ABA-986B-1F80C8FD0A4B}" srcOrd="0" destOrd="0" presId="urn:microsoft.com/office/officeart/2005/8/layout/vList2"/>
    <dgm:cxn modelId="{4A67DA3F-5F89-4CC4-A32E-95F374EE646C}" srcId="{F29A6965-E93D-4692-8AC3-3BF9F218776C}" destId="{2A7517C3-C0D6-4100-B3B2-BD97D2CAA410}" srcOrd="2" destOrd="0" parTransId="{EAF54AE5-B3AD-43F8-A6BC-A7B94ED32CEC}" sibTransId="{8AD3D83A-7AEB-401B-A1C0-F82913482FC4}"/>
    <dgm:cxn modelId="{75C30262-1A15-480D-88A7-EB32F08632A4}" type="presOf" srcId="{622C1072-8F32-4229-B594-DC6F7583F382}" destId="{74A11DD3-FE26-4827-BAE1-4605189496E3}" srcOrd="0" destOrd="0" presId="urn:microsoft.com/office/officeart/2005/8/layout/vList2"/>
    <dgm:cxn modelId="{F5D7A471-F554-4AC7-A561-D3B01A2407ED}" srcId="{F29A6965-E93D-4692-8AC3-3BF9F218776C}" destId="{A787A5E6-9653-44EE-A14B-773141C49A0D}" srcOrd="5" destOrd="0" parTransId="{F9479479-78B8-4BA7-9533-22BBC431CBF9}" sibTransId="{0486E3E3-D80A-4DEB-8B3B-0198F9FFE4B9}"/>
    <dgm:cxn modelId="{10868A7C-0629-4EF0-A9D3-650453300D9B}" srcId="{F29A6965-E93D-4692-8AC3-3BF9F218776C}" destId="{45B37735-D21F-4E78-8231-D03D7CC82F84}" srcOrd="1" destOrd="0" parTransId="{C1F3D5B1-7277-45A8-AA53-E5BA195BC850}" sibTransId="{E988D976-BD7C-4F1B-BB5C-7753FA6864BE}"/>
    <dgm:cxn modelId="{EF8BB67C-089A-464A-83A2-83CFAFA8CAC9}" srcId="{F29A6965-E93D-4692-8AC3-3BF9F218776C}" destId="{622C1072-8F32-4229-B594-DC6F7583F382}" srcOrd="0" destOrd="0" parTransId="{E00579C4-1C95-450B-9DFA-DC6B4CAF6B59}" sibTransId="{DE8F21C5-1454-4B6E-9C9B-C7408B37C73B}"/>
    <dgm:cxn modelId="{79420490-92CB-496E-BADF-3186EAF1598E}" type="presOf" srcId="{2A7517C3-C0D6-4100-B3B2-BD97D2CAA410}" destId="{1A85FB95-F018-44A9-A9E5-C61E89612600}" srcOrd="0" destOrd="0" presId="urn:microsoft.com/office/officeart/2005/8/layout/vList2"/>
    <dgm:cxn modelId="{E53A9A9E-C360-4746-844E-CB0D9F256D89}" type="presOf" srcId="{AE70E05B-F239-4D5A-9761-80FC3A3B02BA}" destId="{BE204E99-9FF8-4C16-9915-7A71C3C3B6B7}" srcOrd="0" destOrd="0" presId="urn:microsoft.com/office/officeart/2005/8/layout/vList2"/>
    <dgm:cxn modelId="{06987BDE-D39E-436B-9A86-62D6140B5229}" type="presOf" srcId="{F29A6965-E93D-4692-8AC3-3BF9F218776C}" destId="{03C5A29B-50D7-4DAB-BD13-502063A34C2A}" srcOrd="0" destOrd="0" presId="urn:microsoft.com/office/officeart/2005/8/layout/vList2"/>
    <dgm:cxn modelId="{8CCCBCE4-AC8E-4067-9755-1944BCB42311}" type="presOf" srcId="{BC50F19C-8D4C-44B8-A075-C3945EBC7D87}" destId="{4099FC8D-CDA2-4331-8DA4-B96442195C84}" srcOrd="0" destOrd="0" presId="urn:microsoft.com/office/officeart/2005/8/layout/vList2"/>
    <dgm:cxn modelId="{794EEAEF-1519-4759-B6E5-F752AF2ABFF1}" srcId="{F29A6965-E93D-4692-8AC3-3BF9F218776C}" destId="{BC50F19C-8D4C-44B8-A075-C3945EBC7D87}" srcOrd="3" destOrd="0" parTransId="{BD3622DF-C8B5-416A-B8BA-615C6CC1E847}" sibTransId="{EEFB5B70-9CA4-4BC6-A98A-6E820FB85E54}"/>
    <dgm:cxn modelId="{8C641BF5-0957-4C1C-ACEA-AB0265C82073}" type="presOf" srcId="{45B37735-D21F-4E78-8231-D03D7CC82F84}" destId="{DCF7EE44-D951-425B-BF64-D3EE13264B1A}" srcOrd="0" destOrd="0" presId="urn:microsoft.com/office/officeart/2005/8/layout/vList2"/>
    <dgm:cxn modelId="{BA5662F8-127E-4F97-8AC6-32B85936847D}" srcId="{F29A6965-E93D-4692-8AC3-3BF9F218776C}" destId="{0D6FFBC1-D15E-4E15-BEDA-39B720843692}" srcOrd="4" destOrd="0" parTransId="{2EF81F0D-99FD-4BAA-B651-94E5305FD016}" sibTransId="{BF2B20D9-42B6-4BA3-AA42-F3DE1B40581C}"/>
    <dgm:cxn modelId="{955B1EE7-9D18-4AE4-AADA-9AC1FAE840F0}" type="presParOf" srcId="{03C5A29B-50D7-4DAB-BD13-502063A34C2A}" destId="{74A11DD3-FE26-4827-BAE1-4605189496E3}" srcOrd="0" destOrd="0" presId="urn:microsoft.com/office/officeart/2005/8/layout/vList2"/>
    <dgm:cxn modelId="{645DF82B-BC7F-4CF8-81FD-5E083498B570}" type="presParOf" srcId="{03C5A29B-50D7-4DAB-BD13-502063A34C2A}" destId="{68C967CB-EF60-4E9E-91E1-15C2F7635EF3}" srcOrd="1" destOrd="0" presId="urn:microsoft.com/office/officeart/2005/8/layout/vList2"/>
    <dgm:cxn modelId="{9C1BC788-3692-4EAE-8EB9-D427997959E3}" type="presParOf" srcId="{03C5A29B-50D7-4DAB-BD13-502063A34C2A}" destId="{DCF7EE44-D951-425B-BF64-D3EE13264B1A}" srcOrd="2" destOrd="0" presId="urn:microsoft.com/office/officeart/2005/8/layout/vList2"/>
    <dgm:cxn modelId="{15FF42E9-8940-4632-BA70-92D579815D0A}" type="presParOf" srcId="{03C5A29B-50D7-4DAB-BD13-502063A34C2A}" destId="{14BAE432-79D9-42CD-9E02-506453FFFFFD}" srcOrd="3" destOrd="0" presId="urn:microsoft.com/office/officeart/2005/8/layout/vList2"/>
    <dgm:cxn modelId="{3EC7D5E7-896C-47CC-8461-109EE7E5A952}" type="presParOf" srcId="{03C5A29B-50D7-4DAB-BD13-502063A34C2A}" destId="{1A85FB95-F018-44A9-A9E5-C61E89612600}" srcOrd="4" destOrd="0" presId="urn:microsoft.com/office/officeart/2005/8/layout/vList2"/>
    <dgm:cxn modelId="{F1E8BBBE-CCF0-4B87-9690-AA7B189BFC0F}" type="presParOf" srcId="{03C5A29B-50D7-4DAB-BD13-502063A34C2A}" destId="{5E08C504-BB97-436E-A9A2-E3488F7AFF43}" srcOrd="5" destOrd="0" presId="urn:microsoft.com/office/officeart/2005/8/layout/vList2"/>
    <dgm:cxn modelId="{B487DECF-13A7-4CA0-8B7F-E447A46EB669}" type="presParOf" srcId="{03C5A29B-50D7-4DAB-BD13-502063A34C2A}" destId="{4099FC8D-CDA2-4331-8DA4-B96442195C84}" srcOrd="6" destOrd="0" presId="urn:microsoft.com/office/officeart/2005/8/layout/vList2"/>
    <dgm:cxn modelId="{AC0EB781-F5C5-4BCB-812C-53FFA1B3492B}" type="presParOf" srcId="{03C5A29B-50D7-4DAB-BD13-502063A34C2A}" destId="{F77DC1C3-3E68-4707-AA4C-B6544A24543D}" srcOrd="7" destOrd="0" presId="urn:microsoft.com/office/officeart/2005/8/layout/vList2"/>
    <dgm:cxn modelId="{8CF304F8-D756-40F8-B6BD-D5A89F067DB8}" type="presParOf" srcId="{03C5A29B-50D7-4DAB-BD13-502063A34C2A}" destId="{8EA0975E-8317-4ABA-986B-1F80C8FD0A4B}" srcOrd="8" destOrd="0" presId="urn:microsoft.com/office/officeart/2005/8/layout/vList2"/>
    <dgm:cxn modelId="{5D93EEF7-1E01-4685-8A46-651EC46CB902}" type="presParOf" srcId="{03C5A29B-50D7-4DAB-BD13-502063A34C2A}" destId="{0CD1414A-CAEC-48B2-88A2-B4D7F2923CC2}" srcOrd="9" destOrd="0" presId="urn:microsoft.com/office/officeart/2005/8/layout/vList2"/>
    <dgm:cxn modelId="{C081D3FF-940C-4BE6-B999-611731159FCF}" type="presParOf" srcId="{03C5A29B-50D7-4DAB-BD13-502063A34C2A}" destId="{3EE92A79-87BF-4D7A-9D9F-208115D5DD49}" srcOrd="10" destOrd="0" presId="urn:microsoft.com/office/officeart/2005/8/layout/vList2"/>
    <dgm:cxn modelId="{A5EBAE2D-14FF-4299-8AA7-0CEE37751D28}" type="presParOf" srcId="{03C5A29B-50D7-4DAB-BD13-502063A34C2A}" destId="{95470C9A-83CD-4550-8790-85E4FBEFE2E2}" srcOrd="11" destOrd="0" presId="urn:microsoft.com/office/officeart/2005/8/layout/vList2"/>
    <dgm:cxn modelId="{A132BF3D-9616-4D39-81C3-2418C379CAE4}" type="presParOf" srcId="{03C5A29B-50D7-4DAB-BD13-502063A34C2A}" destId="{BE204E99-9FF8-4C16-9915-7A71C3C3B6B7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823D2D1-D6D7-4A71-BC9A-46B30357042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5DC3837-2E2A-490F-9849-338921055A66}">
      <dgm:prSet/>
      <dgm:spPr/>
      <dgm:t>
        <a:bodyPr/>
        <a:lstStyle/>
        <a:p>
          <a:r>
            <a:rPr lang="en-US"/>
            <a:t>Nested loops perform </a:t>
          </a:r>
          <a:r>
            <a:rPr lang="en-US" b="1"/>
            <a:t>n² operations</a:t>
          </a:r>
          <a:r>
            <a:rPr lang="en-US"/>
            <a:t>. </a:t>
          </a:r>
        </a:p>
      </dgm:t>
    </dgm:pt>
    <dgm:pt modelId="{F9B2F5DD-C31B-4A03-BC94-A602B4B504DD}" type="parTrans" cxnId="{BF9BFE39-C931-4E3C-A5B0-4174690711B1}">
      <dgm:prSet/>
      <dgm:spPr/>
      <dgm:t>
        <a:bodyPr/>
        <a:lstStyle/>
        <a:p>
          <a:endParaRPr lang="en-US"/>
        </a:p>
      </dgm:t>
    </dgm:pt>
    <dgm:pt modelId="{945E038B-5923-44B5-95BB-DF140D0BA828}" type="sibTrans" cxnId="{BF9BFE39-C931-4E3C-A5B0-4174690711B1}">
      <dgm:prSet/>
      <dgm:spPr/>
      <dgm:t>
        <a:bodyPr/>
        <a:lstStyle/>
        <a:p>
          <a:endParaRPr lang="en-US"/>
        </a:p>
      </dgm:t>
    </dgm:pt>
    <dgm:pt modelId="{BDF71852-073B-41C4-ACA5-30763DD0C1A1}">
      <dgm:prSet/>
      <dgm:spPr/>
      <dgm:t>
        <a:bodyPr/>
        <a:lstStyle/>
        <a:p>
          <a:r>
            <a:rPr lang="en-US"/>
            <a:t>Time Complexity = </a:t>
          </a:r>
          <a:r>
            <a:rPr lang="en-US" b="1"/>
            <a:t>O(n²)</a:t>
          </a:r>
          <a:r>
            <a:rPr lang="en-US"/>
            <a:t>.</a:t>
          </a:r>
        </a:p>
      </dgm:t>
    </dgm:pt>
    <dgm:pt modelId="{A7A646C2-A5C0-45D0-B333-8E942717A282}" type="parTrans" cxnId="{99712FD2-CE70-44FD-81D0-6C36E90A9E66}">
      <dgm:prSet/>
      <dgm:spPr/>
      <dgm:t>
        <a:bodyPr/>
        <a:lstStyle/>
        <a:p>
          <a:endParaRPr lang="en-US"/>
        </a:p>
      </dgm:t>
    </dgm:pt>
    <dgm:pt modelId="{F05508CD-BA60-491F-8997-3179EA8FC371}" type="sibTrans" cxnId="{99712FD2-CE70-44FD-81D0-6C36E90A9E66}">
      <dgm:prSet/>
      <dgm:spPr/>
      <dgm:t>
        <a:bodyPr/>
        <a:lstStyle/>
        <a:p>
          <a:endParaRPr lang="en-US"/>
        </a:p>
      </dgm:t>
    </dgm:pt>
    <dgm:pt modelId="{825B073E-E853-401A-AAF6-26581E1C6350}">
      <dgm:prSet/>
      <dgm:spPr/>
      <dgm:t>
        <a:bodyPr/>
        <a:lstStyle/>
        <a:p>
          <a:r>
            <a:rPr lang="en-US"/>
            <a:t>Space Complexity = </a:t>
          </a:r>
          <a:r>
            <a:rPr lang="en-US" b="1"/>
            <a:t>O(1)</a:t>
          </a:r>
          <a:r>
            <a:rPr lang="en-US"/>
            <a:t>. </a:t>
          </a:r>
        </a:p>
      </dgm:t>
    </dgm:pt>
    <dgm:pt modelId="{B588F17D-1D77-4F05-B631-D8CE2F06DAB1}" type="parTrans" cxnId="{31846E50-F594-40E2-ABDF-C716AC22DB0D}">
      <dgm:prSet/>
      <dgm:spPr/>
      <dgm:t>
        <a:bodyPr/>
        <a:lstStyle/>
        <a:p>
          <a:endParaRPr lang="en-US"/>
        </a:p>
      </dgm:t>
    </dgm:pt>
    <dgm:pt modelId="{9C3EB176-6490-46E2-AECA-C8B488EEB2CF}" type="sibTrans" cxnId="{31846E50-F594-40E2-ABDF-C716AC22DB0D}">
      <dgm:prSet/>
      <dgm:spPr/>
      <dgm:t>
        <a:bodyPr/>
        <a:lstStyle/>
        <a:p>
          <a:endParaRPr lang="en-US"/>
        </a:p>
      </dgm:t>
    </dgm:pt>
    <dgm:pt modelId="{0FCEF46B-9456-4222-B6C7-57AFF6F05DE6}">
      <dgm:prSet/>
      <dgm:spPr/>
      <dgm:t>
        <a:bodyPr/>
        <a:lstStyle/>
        <a:p>
          <a:r>
            <a:rPr lang="en-US"/>
            <a:t>Operation counting helps estimate algorithm efficiency. </a:t>
          </a:r>
        </a:p>
      </dgm:t>
    </dgm:pt>
    <dgm:pt modelId="{3B89D370-0C2C-401F-B7A2-50C690BC48D0}" type="parTrans" cxnId="{ECBBB713-A519-472B-B4FE-6B357DF06713}">
      <dgm:prSet/>
      <dgm:spPr/>
      <dgm:t>
        <a:bodyPr/>
        <a:lstStyle/>
        <a:p>
          <a:endParaRPr lang="en-US"/>
        </a:p>
      </dgm:t>
    </dgm:pt>
    <dgm:pt modelId="{B83E1915-D6E5-4E59-9977-6A9C6F34DB80}" type="sibTrans" cxnId="{ECBBB713-A519-472B-B4FE-6B357DF06713}">
      <dgm:prSet/>
      <dgm:spPr/>
      <dgm:t>
        <a:bodyPr/>
        <a:lstStyle/>
        <a:p>
          <a:endParaRPr lang="en-US"/>
        </a:p>
      </dgm:t>
    </dgm:pt>
    <dgm:pt modelId="{0AC17703-E0FA-4CBA-B0D5-5D3058948059}">
      <dgm:prSet/>
      <dgm:spPr/>
      <dgm:t>
        <a:bodyPr/>
        <a:lstStyle/>
        <a:p>
          <a:r>
            <a:rPr lang="en-US"/>
            <a:t>Asymptotic analysis predicts scalability for larger inputs.</a:t>
          </a:r>
        </a:p>
      </dgm:t>
    </dgm:pt>
    <dgm:pt modelId="{6318423B-27BB-4175-ACF5-2872D0C23BB7}" type="parTrans" cxnId="{FDED04A2-E680-4C30-AAD1-82B484A4AC1D}">
      <dgm:prSet/>
      <dgm:spPr/>
      <dgm:t>
        <a:bodyPr/>
        <a:lstStyle/>
        <a:p>
          <a:endParaRPr lang="en-US"/>
        </a:p>
      </dgm:t>
    </dgm:pt>
    <dgm:pt modelId="{15BF7AC7-E0EE-4DA0-B2DD-56696F3A8756}" type="sibTrans" cxnId="{FDED04A2-E680-4C30-AAD1-82B484A4AC1D}">
      <dgm:prSet/>
      <dgm:spPr/>
      <dgm:t>
        <a:bodyPr/>
        <a:lstStyle/>
        <a:p>
          <a:endParaRPr lang="en-US"/>
        </a:p>
      </dgm:t>
    </dgm:pt>
    <dgm:pt modelId="{69B88712-1497-48A3-ABEE-C78EB2897044}" type="pres">
      <dgm:prSet presAssocID="{6823D2D1-D6D7-4A71-BC9A-46B303570422}" presName="root" presStyleCnt="0">
        <dgm:presLayoutVars>
          <dgm:dir/>
          <dgm:resizeHandles val="exact"/>
        </dgm:presLayoutVars>
      </dgm:prSet>
      <dgm:spPr/>
    </dgm:pt>
    <dgm:pt modelId="{A51EF028-A25B-474D-8AD3-7147A9E4E52B}" type="pres">
      <dgm:prSet presAssocID="{45DC3837-2E2A-490F-9849-338921055A66}" presName="compNode" presStyleCnt="0"/>
      <dgm:spPr/>
    </dgm:pt>
    <dgm:pt modelId="{A5D6667E-2A9B-43A3-A9FC-D8E4F32CCF10}" type="pres">
      <dgm:prSet presAssocID="{45DC3837-2E2A-490F-9849-338921055A66}" presName="bgRect" presStyleLbl="bgShp" presStyleIdx="0" presStyleCnt="5"/>
      <dgm:spPr/>
    </dgm:pt>
    <dgm:pt modelId="{24776D03-E9F9-4464-A305-A6C8852E92FA}" type="pres">
      <dgm:prSet presAssocID="{45DC3837-2E2A-490F-9849-338921055A66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845643E3-A7EE-4CEF-85E6-806BA40D4103}" type="pres">
      <dgm:prSet presAssocID="{45DC3837-2E2A-490F-9849-338921055A66}" presName="spaceRect" presStyleCnt="0"/>
      <dgm:spPr/>
    </dgm:pt>
    <dgm:pt modelId="{3BDD10FC-1B3D-4C02-B3C3-26C4131A1342}" type="pres">
      <dgm:prSet presAssocID="{45DC3837-2E2A-490F-9849-338921055A66}" presName="parTx" presStyleLbl="revTx" presStyleIdx="0" presStyleCnt="5">
        <dgm:presLayoutVars>
          <dgm:chMax val="0"/>
          <dgm:chPref val="0"/>
        </dgm:presLayoutVars>
      </dgm:prSet>
      <dgm:spPr/>
    </dgm:pt>
    <dgm:pt modelId="{B196B240-BD49-4635-9569-28EC06F86592}" type="pres">
      <dgm:prSet presAssocID="{945E038B-5923-44B5-95BB-DF140D0BA828}" presName="sibTrans" presStyleCnt="0"/>
      <dgm:spPr/>
    </dgm:pt>
    <dgm:pt modelId="{0F8188AF-0240-42FE-9B50-E0E654D05C03}" type="pres">
      <dgm:prSet presAssocID="{BDF71852-073B-41C4-ACA5-30763DD0C1A1}" presName="compNode" presStyleCnt="0"/>
      <dgm:spPr/>
    </dgm:pt>
    <dgm:pt modelId="{1F332A76-83B6-4817-85B7-9C2633028666}" type="pres">
      <dgm:prSet presAssocID="{BDF71852-073B-41C4-ACA5-30763DD0C1A1}" presName="bgRect" presStyleLbl="bgShp" presStyleIdx="1" presStyleCnt="5"/>
      <dgm:spPr/>
    </dgm:pt>
    <dgm:pt modelId="{9FB747E4-5EFD-465E-95DA-079B2D498399}" type="pres">
      <dgm:prSet presAssocID="{BDF71852-073B-41C4-ACA5-30763DD0C1A1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6D208EBE-7AC7-46A0-B08A-03C7658784B5}" type="pres">
      <dgm:prSet presAssocID="{BDF71852-073B-41C4-ACA5-30763DD0C1A1}" presName="spaceRect" presStyleCnt="0"/>
      <dgm:spPr/>
    </dgm:pt>
    <dgm:pt modelId="{EE781AEA-510F-4BB8-9DB4-BA9B3BD4D141}" type="pres">
      <dgm:prSet presAssocID="{BDF71852-073B-41C4-ACA5-30763DD0C1A1}" presName="parTx" presStyleLbl="revTx" presStyleIdx="1" presStyleCnt="5">
        <dgm:presLayoutVars>
          <dgm:chMax val="0"/>
          <dgm:chPref val="0"/>
        </dgm:presLayoutVars>
      </dgm:prSet>
      <dgm:spPr/>
    </dgm:pt>
    <dgm:pt modelId="{D0A3D773-6ADE-4E05-A7DD-3A48EECC57D8}" type="pres">
      <dgm:prSet presAssocID="{F05508CD-BA60-491F-8997-3179EA8FC371}" presName="sibTrans" presStyleCnt="0"/>
      <dgm:spPr/>
    </dgm:pt>
    <dgm:pt modelId="{FD40B59A-92D6-4964-BC20-3FBB07479421}" type="pres">
      <dgm:prSet presAssocID="{825B073E-E853-401A-AAF6-26581E1C6350}" presName="compNode" presStyleCnt="0"/>
      <dgm:spPr/>
    </dgm:pt>
    <dgm:pt modelId="{91DC43F6-1A32-49AE-AE40-77F6416A7A2E}" type="pres">
      <dgm:prSet presAssocID="{825B073E-E853-401A-AAF6-26581E1C6350}" presName="bgRect" presStyleLbl="bgShp" presStyleIdx="2" presStyleCnt="5"/>
      <dgm:spPr/>
    </dgm:pt>
    <dgm:pt modelId="{C76534E9-B314-4A74-B9C2-C5956802A10B}" type="pres">
      <dgm:prSet presAssocID="{825B073E-E853-401A-AAF6-26581E1C6350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16948628-A833-459B-A1DD-AB918DE9477B}" type="pres">
      <dgm:prSet presAssocID="{825B073E-E853-401A-AAF6-26581E1C6350}" presName="spaceRect" presStyleCnt="0"/>
      <dgm:spPr/>
    </dgm:pt>
    <dgm:pt modelId="{7F8A5F16-DE1F-479E-9914-469BC4ED02CE}" type="pres">
      <dgm:prSet presAssocID="{825B073E-E853-401A-AAF6-26581E1C6350}" presName="parTx" presStyleLbl="revTx" presStyleIdx="2" presStyleCnt="5">
        <dgm:presLayoutVars>
          <dgm:chMax val="0"/>
          <dgm:chPref val="0"/>
        </dgm:presLayoutVars>
      </dgm:prSet>
      <dgm:spPr/>
    </dgm:pt>
    <dgm:pt modelId="{CCA8BDD0-D294-4956-B811-80E5676CDD76}" type="pres">
      <dgm:prSet presAssocID="{9C3EB176-6490-46E2-AECA-C8B488EEB2CF}" presName="sibTrans" presStyleCnt="0"/>
      <dgm:spPr/>
    </dgm:pt>
    <dgm:pt modelId="{6B0BD355-E64F-47CE-BB99-B946A3A37FC4}" type="pres">
      <dgm:prSet presAssocID="{0FCEF46B-9456-4222-B6C7-57AFF6F05DE6}" presName="compNode" presStyleCnt="0"/>
      <dgm:spPr/>
    </dgm:pt>
    <dgm:pt modelId="{1A91E6B4-D11F-4A1F-A355-ED21D978D298}" type="pres">
      <dgm:prSet presAssocID="{0FCEF46B-9456-4222-B6C7-57AFF6F05DE6}" presName="bgRect" presStyleLbl="bgShp" presStyleIdx="3" presStyleCnt="5"/>
      <dgm:spPr/>
    </dgm:pt>
    <dgm:pt modelId="{B047FDC5-3B9F-4141-9F8B-A9E54EAB1DA5}" type="pres">
      <dgm:prSet presAssocID="{0FCEF46B-9456-4222-B6C7-57AFF6F05DE6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C446B561-C678-4A1F-BA16-B894FE67A388}" type="pres">
      <dgm:prSet presAssocID="{0FCEF46B-9456-4222-B6C7-57AFF6F05DE6}" presName="spaceRect" presStyleCnt="0"/>
      <dgm:spPr/>
    </dgm:pt>
    <dgm:pt modelId="{1DCE1B89-DD61-41A1-925E-653CDC82A2E5}" type="pres">
      <dgm:prSet presAssocID="{0FCEF46B-9456-4222-B6C7-57AFF6F05DE6}" presName="parTx" presStyleLbl="revTx" presStyleIdx="3" presStyleCnt="5">
        <dgm:presLayoutVars>
          <dgm:chMax val="0"/>
          <dgm:chPref val="0"/>
        </dgm:presLayoutVars>
      </dgm:prSet>
      <dgm:spPr/>
    </dgm:pt>
    <dgm:pt modelId="{F98206BA-B649-4873-992C-7BB34596BCEB}" type="pres">
      <dgm:prSet presAssocID="{B83E1915-D6E5-4E59-9977-6A9C6F34DB80}" presName="sibTrans" presStyleCnt="0"/>
      <dgm:spPr/>
    </dgm:pt>
    <dgm:pt modelId="{6D2C94BC-1AEA-4BB7-9ABA-A58165FE1E2C}" type="pres">
      <dgm:prSet presAssocID="{0AC17703-E0FA-4CBA-B0D5-5D3058948059}" presName="compNode" presStyleCnt="0"/>
      <dgm:spPr/>
    </dgm:pt>
    <dgm:pt modelId="{CC917629-657F-4D0A-91BC-E7D92D3DEBD0}" type="pres">
      <dgm:prSet presAssocID="{0AC17703-E0FA-4CBA-B0D5-5D3058948059}" presName="bgRect" presStyleLbl="bgShp" presStyleIdx="4" presStyleCnt="5"/>
      <dgm:spPr/>
    </dgm:pt>
    <dgm:pt modelId="{E51EF466-CC07-4080-9445-29F1BA93549F}" type="pres">
      <dgm:prSet presAssocID="{0AC17703-E0FA-4CBA-B0D5-5D3058948059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rvous Face Outline"/>
        </a:ext>
      </dgm:extLst>
    </dgm:pt>
    <dgm:pt modelId="{0EC89614-9220-482B-AD9B-A8072F6F1597}" type="pres">
      <dgm:prSet presAssocID="{0AC17703-E0FA-4CBA-B0D5-5D3058948059}" presName="spaceRect" presStyleCnt="0"/>
      <dgm:spPr/>
    </dgm:pt>
    <dgm:pt modelId="{7C30B71D-80F2-4D90-B874-A4B577B9BE20}" type="pres">
      <dgm:prSet presAssocID="{0AC17703-E0FA-4CBA-B0D5-5D3058948059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ECBBB713-A519-472B-B4FE-6B357DF06713}" srcId="{6823D2D1-D6D7-4A71-BC9A-46B303570422}" destId="{0FCEF46B-9456-4222-B6C7-57AFF6F05DE6}" srcOrd="3" destOrd="0" parTransId="{3B89D370-0C2C-401F-B7A2-50C690BC48D0}" sibTransId="{B83E1915-D6E5-4E59-9977-6A9C6F34DB80}"/>
    <dgm:cxn modelId="{9044BF1D-B134-4BD7-9CCF-10F8BC20EF0B}" type="presOf" srcId="{0FCEF46B-9456-4222-B6C7-57AFF6F05DE6}" destId="{1DCE1B89-DD61-41A1-925E-653CDC82A2E5}" srcOrd="0" destOrd="0" presId="urn:microsoft.com/office/officeart/2018/2/layout/IconVerticalSolidList"/>
    <dgm:cxn modelId="{B1E54037-C248-4898-951C-BE142E4369F1}" type="presOf" srcId="{BDF71852-073B-41C4-ACA5-30763DD0C1A1}" destId="{EE781AEA-510F-4BB8-9DB4-BA9B3BD4D141}" srcOrd="0" destOrd="0" presId="urn:microsoft.com/office/officeart/2018/2/layout/IconVerticalSolidList"/>
    <dgm:cxn modelId="{BF9BFE39-C931-4E3C-A5B0-4174690711B1}" srcId="{6823D2D1-D6D7-4A71-BC9A-46B303570422}" destId="{45DC3837-2E2A-490F-9849-338921055A66}" srcOrd="0" destOrd="0" parTransId="{F9B2F5DD-C31B-4A03-BC94-A602B4B504DD}" sibTransId="{945E038B-5923-44B5-95BB-DF140D0BA828}"/>
    <dgm:cxn modelId="{31846E50-F594-40E2-ABDF-C716AC22DB0D}" srcId="{6823D2D1-D6D7-4A71-BC9A-46B303570422}" destId="{825B073E-E853-401A-AAF6-26581E1C6350}" srcOrd="2" destOrd="0" parTransId="{B588F17D-1D77-4F05-B631-D8CE2F06DAB1}" sibTransId="{9C3EB176-6490-46E2-AECA-C8B488EEB2CF}"/>
    <dgm:cxn modelId="{FDED04A2-E680-4C30-AAD1-82B484A4AC1D}" srcId="{6823D2D1-D6D7-4A71-BC9A-46B303570422}" destId="{0AC17703-E0FA-4CBA-B0D5-5D3058948059}" srcOrd="4" destOrd="0" parTransId="{6318423B-27BB-4175-ACF5-2872D0C23BB7}" sibTransId="{15BF7AC7-E0EE-4DA0-B2DD-56696F3A8756}"/>
    <dgm:cxn modelId="{3A7E75AA-58B7-41DA-9A86-78D00AAF5AA4}" type="presOf" srcId="{0AC17703-E0FA-4CBA-B0D5-5D3058948059}" destId="{7C30B71D-80F2-4D90-B874-A4B577B9BE20}" srcOrd="0" destOrd="0" presId="urn:microsoft.com/office/officeart/2018/2/layout/IconVerticalSolidList"/>
    <dgm:cxn modelId="{AB46BBBF-86CF-476F-891A-9E186FCA9332}" type="presOf" srcId="{6823D2D1-D6D7-4A71-BC9A-46B303570422}" destId="{69B88712-1497-48A3-ABEE-C78EB2897044}" srcOrd="0" destOrd="0" presId="urn:microsoft.com/office/officeart/2018/2/layout/IconVerticalSolidList"/>
    <dgm:cxn modelId="{D5F918CE-8CC1-47E2-BF04-F97BA0A66762}" type="presOf" srcId="{825B073E-E853-401A-AAF6-26581E1C6350}" destId="{7F8A5F16-DE1F-479E-9914-469BC4ED02CE}" srcOrd="0" destOrd="0" presId="urn:microsoft.com/office/officeart/2018/2/layout/IconVerticalSolidList"/>
    <dgm:cxn modelId="{99712FD2-CE70-44FD-81D0-6C36E90A9E66}" srcId="{6823D2D1-D6D7-4A71-BC9A-46B303570422}" destId="{BDF71852-073B-41C4-ACA5-30763DD0C1A1}" srcOrd="1" destOrd="0" parTransId="{A7A646C2-A5C0-45D0-B333-8E942717A282}" sibTransId="{F05508CD-BA60-491F-8997-3179EA8FC371}"/>
    <dgm:cxn modelId="{88A16CE1-DBC8-4FAA-90D8-C8D74F730A5C}" type="presOf" srcId="{45DC3837-2E2A-490F-9849-338921055A66}" destId="{3BDD10FC-1B3D-4C02-B3C3-26C4131A1342}" srcOrd="0" destOrd="0" presId="urn:microsoft.com/office/officeart/2018/2/layout/IconVerticalSolidList"/>
    <dgm:cxn modelId="{CC77E1F3-C06B-4C35-A18C-456F3D315A68}" type="presParOf" srcId="{69B88712-1497-48A3-ABEE-C78EB2897044}" destId="{A51EF028-A25B-474D-8AD3-7147A9E4E52B}" srcOrd="0" destOrd="0" presId="urn:microsoft.com/office/officeart/2018/2/layout/IconVerticalSolidList"/>
    <dgm:cxn modelId="{FE6EB90D-3CD7-47D0-8A27-B5BF63A189F5}" type="presParOf" srcId="{A51EF028-A25B-474D-8AD3-7147A9E4E52B}" destId="{A5D6667E-2A9B-43A3-A9FC-D8E4F32CCF10}" srcOrd="0" destOrd="0" presId="urn:microsoft.com/office/officeart/2018/2/layout/IconVerticalSolidList"/>
    <dgm:cxn modelId="{15CB9581-3B4F-411B-A529-AC516DA5F867}" type="presParOf" srcId="{A51EF028-A25B-474D-8AD3-7147A9E4E52B}" destId="{24776D03-E9F9-4464-A305-A6C8852E92FA}" srcOrd="1" destOrd="0" presId="urn:microsoft.com/office/officeart/2018/2/layout/IconVerticalSolidList"/>
    <dgm:cxn modelId="{93739639-7F48-4DB8-9605-F39374D97917}" type="presParOf" srcId="{A51EF028-A25B-474D-8AD3-7147A9E4E52B}" destId="{845643E3-A7EE-4CEF-85E6-806BA40D4103}" srcOrd="2" destOrd="0" presId="urn:microsoft.com/office/officeart/2018/2/layout/IconVerticalSolidList"/>
    <dgm:cxn modelId="{0BB82581-A277-4F3C-9C47-82F2CD02E247}" type="presParOf" srcId="{A51EF028-A25B-474D-8AD3-7147A9E4E52B}" destId="{3BDD10FC-1B3D-4C02-B3C3-26C4131A1342}" srcOrd="3" destOrd="0" presId="urn:microsoft.com/office/officeart/2018/2/layout/IconVerticalSolidList"/>
    <dgm:cxn modelId="{44E0F330-8769-4E10-B88E-D0CAAA07D618}" type="presParOf" srcId="{69B88712-1497-48A3-ABEE-C78EB2897044}" destId="{B196B240-BD49-4635-9569-28EC06F86592}" srcOrd="1" destOrd="0" presId="urn:microsoft.com/office/officeart/2018/2/layout/IconVerticalSolidList"/>
    <dgm:cxn modelId="{C2A9670E-0C32-4F60-8FFD-62CE2D5412C8}" type="presParOf" srcId="{69B88712-1497-48A3-ABEE-C78EB2897044}" destId="{0F8188AF-0240-42FE-9B50-E0E654D05C03}" srcOrd="2" destOrd="0" presId="urn:microsoft.com/office/officeart/2018/2/layout/IconVerticalSolidList"/>
    <dgm:cxn modelId="{FC85162F-A234-4B9A-9A25-7D0BA1D0D41A}" type="presParOf" srcId="{0F8188AF-0240-42FE-9B50-E0E654D05C03}" destId="{1F332A76-83B6-4817-85B7-9C2633028666}" srcOrd="0" destOrd="0" presId="urn:microsoft.com/office/officeart/2018/2/layout/IconVerticalSolidList"/>
    <dgm:cxn modelId="{BC06D08F-F25D-4234-87E3-19A0ECDCCB73}" type="presParOf" srcId="{0F8188AF-0240-42FE-9B50-E0E654D05C03}" destId="{9FB747E4-5EFD-465E-95DA-079B2D498399}" srcOrd="1" destOrd="0" presId="urn:microsoft.com/office/officeart/2018/2/layout/IconVerticalSolidList"/>
    <dgm:cxn modelId="{070F685B-8671-48DA-BFB0-D3FE96652B98}" type="presParOf" srcId="{0F8188AF-0240-42FE-9B50-E0E654D05C03}" destId="{6D208EBE-7AC7-46A0-B08A-03C7658784B5}" srcOrd="2" destOrd="0" presId="urn:microsoft.com/office/officeart/2018/2/layout/IconVerticalSolidList"/>
    <dgm:cxn modelId="{573BC4B3-E6EA-4B4D-B801-29FB59B8EA6B}" type="presParOf" srcId="{0F8188AF-0240-42FE-9B50-E0E654D05C03}" destId="{EE781AEA-510F-4BB8-9DB4-BA9B3BD4D141}" srcOrd="3" destOrd="0" presId="urn:microsoft.com/office/officeart/2018/2/layout/IconVerticalSolidList"/>
    <dgm:cxn modelId="{1628A11B-67C9-4461-BA41-A7B286438A59}" type="presParOf" srcId="{69B88712-1497-48A3-ABEE-C78EB2897044}" destId="{D0A3D773-6ADE-4E05-A7DD-3A48EECC57D8}" srcOrd="3" destOrd="0" presId="urn:microsoft.com/office/officeart/2018/2/layout/IconVerticalSolidList"/>
    <dgm:cxn modelId="{6935FE54-B518-42F6-A6CA-2A5B13AE446F}" type="presParOf" srcId="{69B88712-1497-48A3-ABEE-C78EB2897044}" destId="{FD40B59A-92D6-4964-BC20-3FBB07479421}" srcOrd="4" destOrd="0" presId="urn:microsoft.com/office/officeart/2018/2/layout/IconVerticalSolidList"/>
    <dgm:cxn modelId="{7000D404-E60A-425B-9AA8-3F200C1FAE66}" type="presParOf" srcId="{FD40B59A-92D6-4964-BC20-3FBB07479421}" destId="{91DC43F6-1A32-49AE-AE40-77F6416A7A2E}" srcOrd="0" destOrd="0" presId="urn:microsoft.com/office/officeart/2018/2/layout/IconVerticalSolidList"/>
    <dgm:cxn modelId="{E1B10692-EB0A-4E6D-AC68-05E63664C90B}" type="presParOf" srcId="{FD40B59A-92D6-4964-BC20-3FBB07479421}" destId="{C76534E9-B314-4A74-B9C2-C5956802A10B}" srcOrd="1" destOrd="0" presId="urn:microsoft.com/office/officeart/2018/2/layout/IconVerticalSolidList"/>
    <dgm:cxn modelId="{3175C2AD-F9E2-4A75-A751-2AFFD53AA83A}" type="presParOf" srcId="{FD40B59A-92D6-4964-BC20-3FBB07479421}" destId="{16948628-A833-459B-A1DD-AB918DE9477B}" srcOrd="2" destOrd="0" presId="urn:microsoft.com/office/officeart/2018/2/layout/IconVerticalSolidList"/>
    <dgm:cxn modelId="{B73FA212-AF5B-4E1A-841A-62A6225FB2DD}" type="presParOf" srcId="{FD40B59A-92D6-4964-BC20-3FBB07479421}" destId="{7F8A5F16-DE1F-479E-9914-469BC4ED02CE}" srcOrd="3" destOrd="0" presId="urn:microsoft.com/office/officeart/2018/2/layout/IconVerticalSolidList"/>
    <dgm:cxn modelId="{2A4F563F-7B51-4FD1-9BAF-6A667015999A}" type="presParOf" srcId="{69B88712-1497-48A3-ABEE-C78EB2897044}" destId="{CCA8BDD0-D294-4956-B811-80E5676CDD76}" srcOrd="5" destOrd="0" presId="urn:microsoft.com/office/officeart/2018/2/layout/IconVerticalSolidList"/>
    <dgm:cxn modelId="{837F8E8A-0CFC-48FB-93BC-C74D10B9C123}" type="presParOf" srcId="{69B88712-1497-48A3-ABEE-C78EB2897044}" destId="{6B0BD355-E64F-47CE-BB99-B946A3A37FC4}" srcOrd="6" destOrd="0" presId="urn:microsoft.com/office/officeart/2018/2/layout/IconVerticalSolidList"/>
    <dgm:cxn modelId="{40D0F2D7-B312-4A33-A393-CD2A27402E16}" type="presParOf" srcId="{6B0BD355-E64F-47CE-BB99-B946A3A37FC4}" destId="{1A91E6B4-D11F-4A1F-A355-ED21D978D298}" srcOrd="0" destOrd="0" presId="urn:microsoft.com/office/officeart/2018/2/layout/IconVerticalSolidList"/>
    <dgm:cxn modelId="{9FB9D0FD-950A-4891-93BC-0A1999D99F78}" type="presParOf" srcId="{6B0BD355-E64F-47CE-BB99-B946A3A37FC4}" destId="{B047FDC5-3B9F-4141-9F8B-A9E54EAB1DA5}" srcOrd="1" destOrd="0" presId="urn:microsoft.com/office/officeart/2018/2/layout/IconVerticalSolidList"/>
    <dgm:cxn modelId="{38CB3609-9E1A-48C0-AB25-0BD78CDEF28A}" type="presParOf" srcId="{6B0BD355-E64F-47CE-BB99-B946A3A37FC4}" destId="{C446B561-C678-4A1F-BA16-B894FE67A388}" srcOrd="2" destOrd="0" presId="urn:microsoft.com/office/officeart/2018/2/layout/IconVerticalSolidList"/>
    <dgm:cxn modelId="{A5BEE6FD-415B-49E5-B31E-24BE305BDCC5}" type="presParOf" srcId="{6B0BD355-E64F-47CE-BB99-B946A3A37FC4}" destId="{1DCE1B89-DD61-41A1-925E-653CDC82A2E5}" srcOrd="3" destOrd="0" presId="urn:microsoft.com/office/officeart/2018/2/layout/IconVerticalSolidList"/>
    <dgm:cxn modelId="{C84F5A30-63A3-421F-8246-285685EFAA2B}" type="presParOf" srcId="{69B88712-1497-48A3-ABEE-C78EB2897044}" destId="{F98206BA-B649-4873-992C-7BB34596BCEB}" srcOrd="7" destOrd="0" presId="urn:microsoft.com/office/officeart/2018/2/layout/IconVerticalSolidList"/>
    <dgm:cxn modelId="{014DDDB7-E90A-4C97-94AB-AF07A263E46C}" type="presParOf" srcId="{69B88712-1497-48A3-ABEE-C78EB2897044}" destId="{6D2C94BC-1AEA-4BB7-9ABA-A58165FE1E2C}" srcOrd="8" destOrd="0" presId="urn:microsoft.com/office/officeart/2018/2/layout/IconVerticalSolidList"/>
    <dgm:cxn modelId="{531E29DB-1D1D-4440-B207-0959918D69EA}" type="presParOf" srcId="{6D2C94BC-1AEA-4BB7-9ABA-A58165FE1E2C}" destId="{CC917629-657F-4D0A-91BC-E7D92D3DEBD0}" srcOrd="0" destOrd="0" presId="urn:microsoft.com/office/officeart/2018/2/layout/IconVerticalSolidList"/>
    <dgm:cxn modelId="{0977A2FC-78CC-405E-8D03-3951506C311D}" type="presParOf" srcId="{6D2C94BC-1AEA-4BB7-9ABA-A58165FE1E2C}" destId="{E51EF466-CC07-4080-9445-29F1BA93549F}" srcOrd="1" destOrd="0" presId="urn:microsoft.com/office/officeart/2018/2/layout/IconVerticalSolidList"/>
    <dgm:cxn modelId="{A7DE7399-0900-4036-B23E-18FCE7BCF416}" type="presParOf" srcId="{6D2C94BC-1AEA-4BB7-9ABA-A58165FE1E2C}" destId="{0EC89614-9220-482B-AD9B-A8072F6F1597}" srcOrd="2" destOrd="0" presId="urn:microsoft.com/office/officeart/2018/2/layout/IconVerticalSolidList"/>
    <dgm:cxn modelId="{F6DC45DD-E9FE-47BB-8A01-910690F05DE5}" type="presParOf" srcId="{6D2C94BC-1AEA-4BB7-9ABA-A58165FE1E2C}" destId="{7C30B71D-80F2-4D90-B874-A4B577B9BE2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4C98CA-B292-45FB-83D0-CD87DBCED143}">
      <dsp:nvSpPr>
        <dsp:cNvPr id="0" name=""/>
        <dsp:cNvSpPr/>
      </dsp:nvSpPr>
      <dsp:spPr>
        <a:xfrm>
          <a:off x="0" y="1917"/>
          <a:ext cx="94866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69A64D-D7A9-4DA1-8271-C87578275C33}">
      <dsp:nvSpPr>
        <dsp:cNvPr id="0" name=""/>
        <dsp:cNvSpPr/>
      </dsp:nvSpPr>
      <dsp:spPr>
        <a:xfrm>
          <a:off x="0" y="1917"/>
          <a:ext cx="9486690" cy="6537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Many algorithms use </a:t>
          </a:r>
          <a:r>
            <a:rPr lang="en-US" sz="1800" b="1" kern="1200"/>
            <a:t>nested loops</a:t>
          </a:r>
          <a:r>
            <a:rPr lang="en-US" sz="1800" kern="1200"/>
            <a:t> to process arrays, matrices, or collections of data.</a:t>
          </a:r>
        </a:p>
      </dsp:txBody>
      <dsp:txXfrm>
        <a:off x="0" y="1917"/>
        <a:ext cx="9486690" cy="653719"/>
      </dsp:txXfrm>
    </dsp:sp>
    <dsp:sp modelId="{A502BE08-3508-487C-98FD-51BFF31A03CF}">
      <dsp:nvSpPr>
        <dsp:cNvPr id="0" name=""/>
        <dsp:cNvSpPr/>
      </dsp:nvSpPr>
      <dsp:spPr>
        <a:xfrm>
          <a:off x="0" y="655636"/>
          <a:ext cx="94866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995F41-0DD4-4246-84E2-7F6DBE4B1ABD}">
      <dsp:nvSpPr>
        <dsp:cNvPr id="0" name=""/>
        <dsp:cNvSpPr/>
      </dsp:nvSpPr>
      <dsp:spPr>
        <a:xfrm>
          <a:off x="0" y="655636"/>
          <a:ext cx="9486690" cy="6537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The objective is to:</a:t>
          </a:r>
        </a:p>
      </dsp:txBody>
      <dsp:txXfrm>
        <a:off x="0" y="655636"/>
        <a:ext cx="9486690" cy="653719"/>
      </dsp:txXfrm>
    </dsp:sp>
    <dsp:sp modelId="{EB868F61-8B34-43D6-A9A8-C8F6406AA8C2}">
      <dsp:nvSpPr>
        <dsp:cNvPr id="0" name=""/>
        <dsp:cNvSpPr/>
      </dsp:nvSpPr>
      <dsp:spPr>
        <a:xfrm>
          <a:off x="0" y="1309356"/>
          <a:ext cx="94866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626E34-5AC7-46F8-909A-2FAA026198E5}">
      <dsp:nvSpPr>
        <dsp:cNvPr id="0" name=""/>
        <dsp:cNvSpPr/>
      </dsp:nvSpPr>
      <dsp:spPr>
        <a:xfrm>
          <a:off x="0" y="1309356"/>
          <a:ext cx="9486690" cy="6537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Determine the total number of operations performed. </a:t>
          </a:r>
        </a:p>
      </dsp:txBody>
      <dsp:txXfrm>
        <a:off x="0" y="1309356"/>
        <a:ext cx="9486690" cy="653719"/>
      </dsp:txXfrm>
    </dsp:sp>
    <dsp:sp modelId="{25D73317-6D4C-4B02-8BAD-E8A8B2B34925}">
      <dsp:nvSpPr>
        <dsp:cNvPr id="0" name=""/>
        <dsp:cNvSpPr/>
      </dsp:nvSpPr>
      <dsp:spPr>
        <a:xfrm>
          <a:off x="0" y="1963076"/>
          <a:ext cx="94866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D03A50-C21B-4F78-BDF3-A1C7D895028E}">
      <dsp:nvSpPr>
        <dsp:cNvPr id="0" name=""/>
        <dsp:cNvSpPr/>
      </dsp:nvSpPr>
      <dsp:spPr>
        <a:xfrm>
          <a:off x="0" y="1963076"/>
          <a:ext cx="9486690" cy="6537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Analyze how the execution time grows with input size. </a:t>
          </a:r>
        </a:p>
      </dsp:txBody>
      <dsp:txXfrm>
        <a:off x="0" y="1963076"/>
        <a:ext cx="9486690" cy="653719"/>
      </dsp:txXfrm>
    </dsp:sp>
    <dsp:sp modelId="{11EAF691-8554-4DDC-90E6-83E8F71A8DD5}">
      <dsp:nvSpPr>
        <dsp:cNvPr id="0" name=""/>
        <dsp:cNvSpPr/>
      </dsp:nvSpPr>
      <dsp:spPr>
        <a:xfrm>
          <a:off x="0" y="2616795"/>
          <a:ext cx="94866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0B596A-342A-4379-B9F1-630EB3EC344B}">
      <dsp:nvSpPr>
        <dsp:cNvPr id="0" name=""/>
        <dsp:cNvSpPr/>
      </dsp:nvSpPr>
      <dsp:spPr>
        <a:xfrm>
          <a:off x="0" y="2616795"/>
          <a:ext cx="9486690" cy="6537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Express efficiency using asymptotic notation. </a:t>
          </a:r>
        </a:p>
      </dsp:txBody>
      <dsp:txXfrm>
        <a:off x="0" y="2616795"/>
        <a:ext cx="9486690" cy="653719"/>
      </dsp:txXfrm>
    </dsp:sp>
    <dsp:sp modelId="{D8A47D34-C8F6-4A85-93B7-BD26F049287A}">
      <dsp:nvSpPr>
        <dsp:cNvPr id="0" name=""/>
        <dsp:cNvSpPr/>
      </dsp:nvSpPr>
      <dsp:spPr>
        <a:xfrm>
          <a:off x="0" y="3270515"/>
          <a:ext cx="94866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42061A-9C19-45EA-A679-24548AC4B060}">
      <dsp:nvSpPr>
        <dsp:cNvPr id="0" name=""/>
        <dsp:cNvSpPr/>
      </dsp:nvSpPr>
      <dsp:spPr>
        <a:xfrm>
          <a:off x="0" y="3270515"/>
          <a:ext cx="9486690" cy="6537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Analyze a two-level nested loop and derive its time complexity.</a:t>
          </a:r>
        </a:p>
      </dsp:txBody>
      <dsp:txXfrm>
        <a:off x="0" y="3270515"/>
        <a:ext cx="9486690" cy="6537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C0A647-03DF-472E-8384-5A313FFE9A24}">
      <dsp:nvSpPr>
        <dsp:cNvPr id="0" name=""/>
        <dsp:cNvSpPr/>
      </dsp:nvSpPr>
      <dsp:spPr>
        <a:xfrm>
          <a:off x="0" y="0"/>
          <a:ext cx="7589520" cy="86369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Input: Array of size </a:t>
          </a:r>
          <a:r>
            <a:rPr lang="en-US" sz="2200" b="1" kern="1200"/>
            <a:t>n</a:t>
          </a:r>
          <a:r>
            <a:rPr lang="en-US" sz="2200" kern="1200"/>
            <a:t> </a:t>
          </a:r>
        </a:p>
      </dsp:txBody>
      <dsp:txXfrm>
        <a:off x="25297" y="25297"/>
        <a:ext cx="6584542" cy="813101"/>
      </dsp:txXfrm>
    </dsp:sp>
    <dsp:sp modelId="{B0DB07CA-5E3B-43FA-A5E5-15A611AECBD2}">
      <dsp:nvSpPr>
        <dsp:cNvPr id="0" name=""/>
        <dsp:cNvSpPr/>
      </dsp:nvSpPr>
      <dsp:spPr>
        <a:xfrm>
          <a:off x="635622" y="1020730"/>
          <a:ext cx="7589520" cy="86369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803115"/>
                <a:satOff val="-7744"/>
                <a:lumOff val="-228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803115"/>
                <a:satOff val="-7744"/>
                <a:lumOff val="-228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803115"/>
                <a:satOff val="-7744"/>
                <a:lumOff val="-228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Outer loop executes </a:t>
          </a:r>
          <a:r>
            <a:rPr lang="en-US" sz="2200" b="1" kern="1200"/>
            <a:t>n</a:t>
          </a:r>
          <a:r>
            <a:rPr lang="en-US" sz="2200" kern="1200"/>
            <a:t> times. </a:t>
          </a:r>
        </a:p>
      </dsp:txBody>
      <dsp:txXfrm>
        <a:off x="660919" y="1046027"/>
        <a:ext cx="6341901" cy="813101"/>
      </dsp:txXfrm>
    </dsp:sp>
    <dsp:sp modelId="{4925CD52-2667-4244-BC33-FECBE037DCC1}">
      <dsp:nvSpPr>
        <dsp:cNvPr id="0" name=""/>
        <dsp:cNvSpPr/>
      </dsp:nvSpPr>
      <dsp:spPr>
        <a:xfrm>
          <a:off x="1261757" y="2041461"/>
          <a:ext cx="7589520" cy="86369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1606230"/>
                <a:satOff val="-15487"/>
                <a:lumOff val="-457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06230"/>
                <a:satOff val="-15487"/>
                <a:lumOff val="-457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06230"/>
                <a:satOff val="-15487"/>
                <a:lumOff val="-457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Inner loop executes </a:t>
          </a:r>
          <a:r>
            <a:rPr lang="en-US" sz="2200" b="1" kern="1200"/>
            <a:t>n</a:t>
          </a:r>
          <a:r>
            <a:rPr lang="en-US" sz="2200" kern="1200"/>
            <a:t> times for every outer iteration. </a:t>
          </a:r>
        </a:p>
      </dsp:txBody>
      <dsp:txXfrm>
        <a:off x="1287054" y="2066758"/>
        <a:ext cx="6351388" cy="813101"/>
      </dsp:txXfrm>
    </dsp:sp>
    <dsp:sp modelId="{FC837203-323D-46C1-A06D-3FEBED4C0F2B}">
      <dsp:nvSpPr>
        <dsp:cNvPr id="0" name=""/>
        <dsp:cNvSpPr/>
      </dsp:nvSpPr>
      <dsp:spPr>
        <a:xfrm>
          <a:off x="1897379" y="3062191"/>
          <a:ext cx="7589520" cy="86369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2409345"/>
                <a:satOff val="-23231"/>
                <a:lumOff val="-686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409345"/>
                <a:satOff val="-23231"/>
                <a:lumOff val="-686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409345"/>
                <a:satOff val="-23231"/>
                <a:lumOff val="-686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Each inner iteration performs one counting operation.</a:t>
          </a:r>
        </a:p>
      </dsp:txBody>
      <dsp:txXfrm>
        <a:off x="1922676" y="3087488"/>
        <a:ext cx="6341901" cy="813101"/>
      </dsp:txXfrm>
    </dsp:sp>
    <dsp:sp modelId="{A66B8A0A-E5C8-43CA-B9ED-6484398D47F2}">
      <dsp:nvSpPr>
        <dsp:cNvPr id="0" name=""/>
        <dsp:cNvSpPr/>
      </dsp:nvSpPr>
      <dsp:spPr>
        <a:xfrm>
          <a:off x="7028118" y="661511"/>
          <a:ext cx="561401" cy="56140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7154433" y="661511"/>
        <a:ext cx="308771" cy="422454"/>
      </dsp:txXfrm>
    </dsp:sp>
    <dsp:sp modelId="{0E367471-8C71-420B-A16E-DBDF178787FB}">
      <dsp:nvSpPr>
        <dsp:cNvPr id="0" name=""/>
        <dsp:cNvSpPr/>
      </dsp:nvSpPr>
      <dsp:spPr>
        <a:xfrm>
          <a:off x="7663740" y="1682242"/>
          <a:ext cx="561401" cy="56140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881487"/>
            <a:satOff val="-12755"/>
            <a:lumOff val="-1111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881487"/>
              <a:satOff val="-12755"/>
              <a:lumOff val="-111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7790055" y="1682242"/>
        <a:ext cx="308771" cy="422454"/>
      </dsp:txXfrm>
    </dsp:sp>
    <dsp:sp modelId="{AE830FE0-A2E4-4210-A933-CB68688598CD}">
      <dsp:nvSpPr>
        <dsp:cNvPr id="0" name=""/>
        <dsp:cNvSpPr/>
      </dsp:nvSpPr>
      <dsp:spPr>
        <a:xfrm>
          <a:off x="8289875" y="2702973"/>
          <a:ext cx="561401" cy="56140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762973"/>
            <a:satOff val="-25510"/>
            <a:lumOff val="-2222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1762973"/>
              <a:satOff val="-25510"/>
              <a:lumOff val="-222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8416190" y="2702973"/>
        <a:ext cx="308771" cy="4224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A11DD3-FE26-4827-BAE1-4605189496E3}">
      <dsp:nvSpPr>
        <dsp:cNvPr id="0" name=""/>
        <dsp:cNvSpPr/>
      </dsp:nvSpPr>
      <dsp:spPr>
        <a:xfrm>
          <a:off x="0" y="408851"/>
          <a:ext cx="6034656" cy="62361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Matrix Multiplication </a:t>
          </a:r>
        </a:p>
      </dsp:txBody>
      <dsp:txXfrm>
        <a:off x="30442" y="439293"/>
        <a:ext cx="5973772" cy="562726"/>
      </dsp:txXfrm>
    </dsp:sp>
    <dsp:sp modelId="{DCF7EE44-D951-425B-BF64-D3EE13264B1A}">
      <dsp:nvSpPr>
        <dsp:cNvPr id="0" name=""/>
        <dsp:cNvSpPr/>
      </dsp:nvSpPr>
      <dsp:spPr>
        <a:xfrm>
          <a:off x="0" y="1107342"/>
          <a:ext cx="6034656" cy="623610"/>
        </a:xfrm>
        <a:prstGeom prst="roundRect">
          <a:avLst/>
        </a:prstGeom>
        <a:gradFill rotWithShape="0">
          <a:gsLst>
            <a:gs pos="0">
              <a:schemeClr val="accent2">
                <a:hueOff val="401557"/>
                <a:satOff val="-3872"/>
                <a:lumOff val="-114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01557"/>
                <a:satOff val="-3872"/>
                <a:lumOff val="-114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01557"/>
                <a:satOff val="-3872"/>
                <a:lumOff val="-114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Image Processing </a:t>
          </a:r>
        </a:p>
      </dsp:txBody>
      <dsp:txXfrm>
        <a:off x="30442" y="1137784"/>
        <a:ext cx="5973772" cy="562726"/>
      </dsp:txXfrm>
    </dsp:sp>
    <dsp:sp modelId="{1A85FB95-F018-44A9-A9E5-C61E89612600}">
      <dsp:nvSpPr>
        <dsp:cNvPr id="0" name=""/>
        <dsp:cNvSpPr/>
      </dsp:nvSpPr>
      <dsp:spPr>
        <a:xfrm>
          <a:off x="0" y="1805832"/>
          <a:ext cx="6034656" cy="623610"/>
        </a:xfrm>
        <a:prstGeom prst="roundRect">
          <a:avLst/>
        </a:prstGeom>
        <a:gradFill rotWithShape="0">
          <a:gsLst>
            <a:gs pos="0">
              <a:schemeClr val="accent2">
                <a:hueOff val="803115"/>
                <a:satOff val="-7744"/>
                <a:lumOff val="-228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803115"/>
                <a:satOff val="-7744"/>
                <a:lumOff val="-228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803115"/>
                <a:satOff val="-7744"/>
                <a:lumOff val="-228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Pattern Searching </a:t>
          </a:r>
        </a:p>
      </dsp:txBody>
      <dsp:txXfrm>
        <a:off x="30442" y="1836274"/>
        <a:ext cx="5973772" cy="562726"/>
      </dsp:txXfrm>
    </dsp:sp>
    <dsp:sp modelId="{4099FC8D-CDA2-4331-8DA4-B96442195C84}">
      <dsp:nvSpPr>
        <dsp:cNvPr id="0" name=""/>
        <dsp:cNvSpPr/>
      </dsp:nvSpPr>
      <dsp:spPr>
        <a:xfrm>
          <a:off x="0" y="2504322"/>
          <a:ext cx="6034656" cy="623610"/>
        </a:xfrm>
        <a:prstGeom prst="roundRect">
          <a:avLst/>
        </a:prstGeom>
        <a:gradFill rotWithShape="0">
          <a:gsLst>
            <a:gs pos="0">
              <a:schemeClr val="accent2">
                <a:hueOff val="1204672"/>
                <a:satOff val="-11616"/>
                <a:lumOff val="-343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204672"/>
                <a:satOff val="-11616"/>
                <a:lumOff val="-343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204672"/>
                <a:satOff val="-11616"/>
                <a:lumOff val="-343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Bubble Sort </a:t>
          </a:r>
        </a:p>
      </dsp:txBody>
      <dsp:txXfrm>
        <a:off x="30442" y="2534764"/>
        <a:ext cx="5973772" cy="562726"/>
      </dsp:txXfrm>
    </dsp:sp>
    <dsp:sp modelId="{8EA0975E-8317-4ABA-986B-1F80C8FD0A4B}">
      <dsp:nvSpPr>
        <dsp:cNvPr id="0" name=""/>
        <dsp:cNvSpPr/>
      </dsp:nvSpPr>
      <dsp:spPr>
        <a:xfrm>
          <a:off x="0" y="3202812"/>
          <a:ext cx="6034656" cy="623610"/>
        </a:xfrm>
        <a:prstGeom prst="roundRect">
          <a:avLst/>
        </a:prstGeom>
        <a:gradFill rotWithShape="0">
          <a:gsLst>
            <a:gs pos="0">
              <a:schemeClr val="accent2">
                <a:hueOff val="1606230"/>
                <a:satOff val="-15487"/>
                <a:lumOff val="-457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06230"/>
                <a:satOff val="-15487"/>
                <a:lumOff val="-457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06230"/>
                <a:satOff val="-15487"/>
                <a:lumOff val="-457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Selection Sort </a:t>
          </a:r>
        </a:p>
      </dsp:txBody>
      <dsp:txXfrm>
        <a:off x="30442" y="3233254"/>
        <a:ext cx="5973772" cy="562726"/>
      </dsp:txXfrm>
    </dsp:sp>
    <dsp:sp modelId="{3EE92A79-87BF-4D7A-9D9F-208115D5DD49}">
      <dsp:nvSpPr>
        <dsp:cNvPr id="0" name=""/>
        <dsp:cNvSpPr/>
      </dsp:nvSpPr>
      <dsp:spPr>
        <a:xfrm>
          <a:off x="0" y="3901302"/>
          <a:ext cx="6034656" cy="623610"/>
        </a:xfrm>
        <a:prstGeom prst="roundRect">
          <a:avLst/>
        </a:prstGeom>
        <a:gradFill rotWithShape="0">
          <a:gsLst>
            <a:gs pos="0">
              <a:schemeClr val="accent2">
                <a:hueOff val="2007787"/>
                <a:satOff val="-19359"/>
                <a:lumOff val="-571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007787"/>
                <a:satOff val="-19359"/>
                <a:lumOff val="-571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007787"/>
                <a:satOff val="-19359"/>
                <a:lumOff val="-571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Graph Algorithms (Adjacency Matrix) </a:t>
          </a:r>
        </a:p>
      </dsp:txBody>
      <dsp:txXfrm>
        <a:off x="30442" y="3931744"/>
        <a:ext cx="5973772" cy="562726"/>
      </dsp:txXfrm>
    </dsp:sp>
    <dsp:sp modelId="{BE204E99-9FF8-4C16-9915-7A71C3C3B6B7}">
      <dsp:nvSpPr>
        <dsp:cNvPr id="0" name=""/>
        <dsp:cNvSpPr/>
      </dsp:nvSpPr>
      <dsp:spPr>
        <a:xfrm>
          <a:off x="0" y="4599792"/>
          <a:ext cx="6034656" cy="623610"/>
        </a:xfrm>
        <a:prstGeom prst="roundRect">
          <a:avLst/>
        </a:prstGeom>
        <a:gradFill rotWithShape="0">
          <a:gsLst>
            <a:gs pos="0">
              <a:schemeClr val="accent2">
                <a:hueOff val="2409345"/>
                <a:satOff val="-23231"/>
                <a:lumOff val="-686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409345"/>
                <a:satOff val="-23231"/>
                <a:lumOff val="-686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409345"/>
                <a:satOff val="-23231"/>
                <a:lumOff val="-686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Distance Calculations</a:t>
          </a:r>
        </a:p>
      </dsp:txBody>
      <dsp:txXfrm>
        <a:off x="30442" y="4630234"/>
        <a:ext cx="5973772" cy="56272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D6667E-2A9B-43A3-A9FC-D8E4F32CCF10}">
      <dsp:nvSpPr>
        <dsp:cNvPr id="0" name=""/>
        <dsp:cNvSpPr/>
      </dsp:nvSpPr>
      <dsp:spPr>
        <a:xfrm>
          <a:off x="0" y="4400"/>
          <a:ext cx="6034656" cy="9372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776D03-E9F9-4464-A305-A6C8852E92FA}">
      <dsp:nvSpPr>
        <dsp:cNvPr id="0" name=""/>
        <dsp:cNvSpPr/>
      </dsp:nvSpPr>
      <dsp:spPr>
        <a:xfrm>
          <a:off x="283515" y="215279"/>
          <a:ext cx="515483" cy="5154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DD10FC-1B3D-4C02-B3C3-26C4131A1342}">
      <dsp:nvSpPr>
        <dsp:cNvPr id="0" name=""/>
        <dsp:cNvSpPr/>
      </dsp:nvSpPr>
      <dsp:spPr>
        <a:xfrm>
          <a:off x="1082514" y="4400"/>
          <a:ext cx="4952141" cy="937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191" tIns="99191" rIns="99191" bIns="9919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Nested loops perform </a:t>
          </a:r>
          <a:r>
            <a:rPr lang="en-US" sz="1900" b="1" kern="1200"/>
            <a:t>n² operations</a:t>
          </a:r>
          <a:r>
            <a:rPr lang="en-US" sz="1900" kern="1200"/>
            <a:t>. </a:t>
          </a:r>
        </a:p>
      </dsp:txBody>
      <dsp:txXfrm>
        <a:off x="1082514" y="4400"/>
        <a:ext cx="4952141" cy="937242"/>
      </dsp:txXfrm>
    </dsp:sp>
    <dsp:sp modelId="{1F332A76-83B6-4817-85B7-9C2633028666}">
      <dsp:nvSpPr>
        <dsp:cNvPr id="0" name=""/>
        <dsp:cNvSpPr/>
      </dsp:nvSpPr>
      <dsp:spPr>
        <a:xfrm>
          <a:off x="0" y="1175953"/>
          <a:ext cx="6034656" cy="9372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B747E4-5EFD-465E-95DA-079B2D498399}">
      <dsp:nvSpPr>
        <dsp:cNvPr id="0" name=""/>
        <dsp:cNvSpPr/>
      </dsp:nvSpPr>
      <dsp:spPr>
        <a:xfrm>
          <a:off x="283515" y="1386832"/>
          <a:ext cx="515483" cy="5154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781AEA-510F-4BB8-9DB4-BA9B3BD4D141}">
      <dsp:nvSpPr>
        <dsp:cNvPr id="0" name=""/>
        <dsp:cNvSpPr/>
      </dsp:nvSpPr>
      <dsp:spPr>
        <a:xfrm>
          <a:off x="1082514" y="1175953"/>
          <a:ext cx="4952141" cy="937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191" tIns="99191" rIns="99191" bIns="9919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Time Complexity = </a:t>
          </a:r>
          <a:r>
            <a:rPr lang="en-US" sz="1900" b="1" kern="1200"/>
            <a:t>O(n²)</a:t>
          </a:r>
          <a:r>
            <a:rPr lang="en-US" sz="1900" kern="1200"/>
            <a:t>.</a:t>
          </a:r>
        </a:p>
      </dsp:txBody>
      <dsp:txXfrm>
        <a:off x="1082514" y="1175953"/>
        <a:ext cx="4952141" cy="937242"/>
      </dsp:txXfrm>
    </dsp:sp>
    <dsp:sp modelId="{91DC43F6-1A32-49AE-AE40-77F6416A7A2E}">
      <dsp:nvSpPr>
        <dsp:cNvPr id="0" name=""/>
        <dsp:cNvSpPr/>
      </dsp:nvSpPr>
      <dsp:spPr>
        <a:xfrm>
          <a:off x="0" y="2347505"/>
          <a:ext cx="6034656" cy="9372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6534E9-B314-4A74-B9C2-C5956802A10B}">
      <dsp:nvSpPr>
        <dsp:cNvPr id="0" name=""/>
        <dsp:cNvSpPr/>
      </dsp:nvSpPr>
      <dsp:spPr>
        <a:xfrm>
          <a:off x="283515" y="2558385"/>
          <a:ext cx="515483" cy="5154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8A5F16-DE1F-479E-9914-469BC4ED02CE}">
      <dsp:nvSpPr>
        <dsp:cNvPr id="0" name=""/>
        <dsp:cNvSpPr/>
      </dsp:nvSpPr>
      <dsp:spPr>
        <a:xfrm>
          <a:off x="1082514" y="2347505"/>
          <a:ext cx="4952141" cy="937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191" tIns="99191" rIns="99191" bIns="9919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Space Complexity = </a:t>
          </a:r>
          <a:r>
            <a:rPr lang="en-US" sz="1900" b="1" kern="1200"/>
            <a:t>O(1)</a:t>
          </a:r>
          <a:r>
            <a:rPr lang="en-US" sz="1900" kern="1200"/>
            <a:t>. </a:t>
          </a:r>
        </a:p>
      </dsp:txBody>
      <dsp:txXfrm>
        <a:off x="1082514" y="2347505"/>
        <a:ext cx="4952141" cy="937242"/>
      </dsp:txXfrm>
    </dsp:sp>
    <dsp:sp modelId="{1A91E6B4-D11F-4A1F-A355-ED21D978D298}">
      <dsp:nvSpPr>
        <dsp:cNvPr id="0" name=""/>
        <dsp:cNvSpPr/>
      </dsp:nvSpPr>
      <dsp:spPr>
        <a:xfrm>
          <a:off x="0" y="3519058"/>
          <a:ext cx="6034656" cy="9372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47FDC5-3B9F-4141-9F8B-A9E54EAB1DA5}">
      <dsp:nvSpPr>
        <dsp:cNvPr id="0" name=""/>
        <dsp:cNvSpPr/>
      </dsp:nvSpPr>
      <dsp:spPr>
        <a:xfrm>
          <a:off x="283515" y="3729938"/>
          <a:ext cx="515483" cy="5154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CE1B89-DD61-41A1-925E-653CDC82A2E5}">
      <dsp:nvSpPr>
        <dsp:cNvPr id="0" name=""/>
        <dsp:cNvSpPr/>
      </dsp:nvSpPr>
      <dsp:spPr>
        <a:xfrm>
          <a:off x="1082514" y="3519058"/>
          <a:ext cx="4952141" cy="937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191" tIns="99191" rIns="99191" bIns="9919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Operation counting helps estimate algorithm efficiency. </a:t>
          </a:r>
        </a:p>
      </dsp:txBody>
      <dsp:txXfrm>
        <a:off x="1082514" y="3519058"/>
        <a:ext cx="4952141" cy="937242"/>
      </dsp:txXfrm>
    </dsp:sp>
    <dsp:sp modelId="{CC917629-657F-4D0A-91BC-E7D92D3DEBD0}">
      <dsp:nvSpPr>
        <dsp:cNvPr id="0" name=""/>
        <dsp:cNvSpPr/>
      </dsp:nvSpPr>
      <dsp:spPr>
        <a:xfrm>
          <a:off x="0" y="4690611"/>
          <a:ext cx="6034656" cy="9372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1EF466-CC07-4080-9445-29F1BA93549F}">
      <dsp:nvSpPr>
        <dsp:cNvPr id="0" name=""/>
        <dsp:cNvSpPr/>
      </dsp:nvSpPr>
      <dsp:spPr>
        <a:xfrm>
          <a:off x="283515" y="4901491"/>
          <a:ext cx="515483" cy="5154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30B71D-80F2-4D90-B874-A4B577B9BE20}">
      <dsp:nvSpPr>
        <dsp:cNvPr id="0" name=""/>
        <dsp:cNvSpPr/>
      </dsp:nvSpPr>
      <dsp:spPr>
        <a:xfrm>
          <a:off x="1082514" y="4690611"/>
          <a:ext cx="4952141" cy="937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191" tIns="99191" rIns="99191" bIns="9919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Asymptotic analysis predicts scalability for larger inputs.</a:t>
          </a:r>
        </a:p>
      </dsp:txBody>
      <dsp:txXfrm>
        <a:off x="1082514" y="4690611"/>
        <a:ext cx="4952141" cy="9372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03645-DCFE-47FC-8A66-F9A45A422E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1150" y="1247140"/>
            <a:ext cx="7891760" cy="3450844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D509FA-7BD7-4D45-998F-0E43038F1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21150" y="4818126"/>
            <a:ext cx="7891760" cy="1268984"/>
          </a:xfrm>
        </p:spPr>
        <p:txBody>
          <a:bodyPr anchor="b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03A0B2-4A2F-D846-A5E6-FB7CB9A031F7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573F1D-73A7-FB41-BCAD-FC9AA7DEF4F5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FA51C-E4FE-4BF2-A2DD-E32DE57D8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1449AA12-8195-4182-A7AC-2E7E59DFBDAF}" type="datetimeFigureOut">
              <a:rPr lang="en-US" smtClean="0"/>
              <a:pPr algn="r"/>
              <a:t>7/23/2026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438448-FC2D-4A2F-B7C0-04AC503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B07C67E-EAD9-47D8-9559-4E091BC03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056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C5DD8-8608-4B55-96D8-0AB848C02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3CC0B-7B21-422D-937D-FBD49EE93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0EAFA-89BC-43E9-8EB9-B6B3CD136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50944-70C2-487F-A102-58CDFB94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7B7B8-A972-455E-9D8C-9B8026A53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CC95119-6D9D-3542-9E0E-4171B33DC9C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FC92F19-7317-314C-81B7-43B8B687F4E4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940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087F2-AA0E-4F0C-9AD6-235302157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1150" y="1251674"/>
            <a:ext cx="7891760" cy="2914688"/>
          </a:xfrm>
        </p:spPr>
        <p:txBody>
          <a:bodyPr anchor="t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37807-96B8-4061-A845-1287216BF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1150" y="4818126"/>
            <a:ext cx="7891760" cy="1271524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AF346-9503-4767-BCB4-84B823E27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9605B-A39D-4BEE-B46F-16CF13FA0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5834A-942D-410B-A430-43F9E01FC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D199D5-C485-D449-9804-F755E0907B51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90D1A7-C550-2540-86C9-EB0FB2EB2E71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400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FCAD2-C321-4E81-AEBE-696A90E2D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20CD1-0E09-4415-911C-0F5B7341DD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87709" y="2160016"/>
            <a:ext cx="4425437" cy="392709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63EDD-031A-49CA-9130-067550BD0D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48963" y="2160016"/>
            <a:ext cx="4425437" cy="3927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08E79-A0BE-49F3-AE92-7EE5CC78F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8B87C-BF1E-47CF-9A4E-FD4BE32C0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06E71-46F6-469C-A9CA-E707EBE51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2659F6-6B3B-A545-A45F-FAD238210D47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0637F8-15DE-2240-8BF8-D6E57A337B1A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195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3B26D-64DE-4314-8BD2-25FD618FB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056" y="457200"/>
            <a:ext cx="9521854" cy="1554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77613-5CEE-4B05-A937-CD43EAAAB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91057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E4779-3B5A-4993-9C7F-FB19F163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91056" y="2988998"/>
            <a:ext cx="4425697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1081A-685C-4C18-9AE9-425106A02F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87214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80F424-FE3A-4B7D-B60C-7AEA2118A5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87214" y="2988998"/>
            <a:ext cx="4425696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4D2A96-CD7D-41BC-BDBE-5E29B7C0B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D1471D-6DDE-4E56-84E9-48136966A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A3F451-CF28-4F57-B844-52A665440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1FA03E-7A83-AB41-BB4B-25B04946559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702630-3C98-A142-9D04-1D852974DC2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639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22D7A-4502-49C3-BAFB-6D46F7A2E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AB67EE-A167-43D1-9C58-7B736CF28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605B7-599B-450E-9E8D-2A9AE3F30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BD2B1-8C5F-430B-A0F2-CD5281AB7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BA877B-B45A-BD48-8FC8-E752E7D7174F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F3343D-2AFA-B544-B40A-315F5EC680B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605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308016-71BA-4CD3-918D-51613F7F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24F46-0425-47C6-9FFB-F69AFFFE8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E7A99-1593-4189-A514-8209CC32A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C15DFD-AB97-AB43-A6C9-2808708C91B4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05BA89-ECA6-2247-ABBB-3C67160202E9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733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E933B-3FC6-4B08-9FBE-2DD48307A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2" y="455362"/>
            <a:ext cx="4043440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FBD4A-4514-4DCE-8F18-914DF3F4E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1232" y="565151"/>
            <a:ext cx="5358384" cy="552196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F18C85-0675-4202-B796-352766854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2" y="2039874"/>
            <a:ext cx="4043440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079E5-F934-4D04-866F-F7CB5B08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5FC94-7915-439A-B937-F02D1BB03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B69B19-4156-4584-B1DC-4F42F200B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1B6031-8ABE-F648-8E05-3D08D0D54B53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ABD855-35E6-BE4F-8B03-FD12DDB32E10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646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E1F3B-090C-4BB5-84BE-8ED0FC598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1" y="455362"/>
            <a:ext cx="4043436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97C49E-9426-4B24-B2A7-C54B89DA60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1232" y="565150"/>
            <a:ext cx="5355607" cy="552267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7F011-0A5F-44E9-88CD-C95A33351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1" y="2039874"/>
            <a:ext cx="4043436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21C85-27BB-4533-A21B-C379FE03A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18850-01F1-4247-9BFD-1DDC5DDDC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365A9-4C28-480F-B370-2DFF234B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0EAFF3-0A84-F84B-90E4-A596F00B3DC2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392559-3C15-B249-93C9-B0F7E9E5DDD8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358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C53B0-59B2-4B39-93E0-DCFBB932C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525200" cy="15504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8C5F7B-98AC-425B-80BD-6C6F3032D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2160016"/>
            <a:ext cx="9525200" cy="39261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8C2EE-2433-424A-878C-24514FF5D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EFD20-ADE2-40F3-A071-6D1E97F8F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7D1D5-5E92-48E1-9475-EC122D3F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FCF945-5CF3-5542-A36A-9CBB738E735E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7D61B-66C5-4341-8F2D-129A9E4D8283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763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47FBCF-6EDB-4883-92D4-612F4D1C55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6380" y="565149"/>
            <a:ext cx="2266530" cy="56118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9D2DF8-B588-416F-AA11-9F3A0DDE6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565149"/>
            <a:ext cx="7088929" cy="56118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F7B1D-405D-4EE7-9A23-3F21916C9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B9304-686C-431A-8E7F-D9DD19F4D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A240B-DB2E-46ED-8AC6-744B2C1C7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275F2C-778B-864A-8379-6D0726B18FDC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0051C8-76B3-384B-BCF1-60BB80301FCD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125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7ACD69-D2F4-4938-B590-C41404901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62BD4-BA0F-4CA4-BAE3-DF2B5087C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87710" y="2160016"/>
            <a:ext cx="9486690" cy="3926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B2FEE-249E-42F1-94D8-A8C0759EF4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18632" y="6292850"/>
            <a:ext cx="30942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49AA12-8195-4182-A7AC-2E7E59DFBDAF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0C617-A890-4920-83B0-143C033490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7711" y="62928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1B4F1-B06B-4BBE-BFFF-C0B386E24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9574" y="6292850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FC975-2FD7-44A5-9E78-ECBA4615607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6266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CC95119-6D9D-3542-9E0E-4171B33DC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C92F19-7317-314C-81B7-43B8B687F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90633B-974B-3246-1A99-78E9D7569B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7362" y="455362"/>
            <a:ext cx="6881728" cy="155041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Efficiency Analysis of Counting Operations in Nested Loops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AD3472-C6BE-4914-62B2-23AC26A930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876" r="30852" b="-1"/>
          <a:stretch>
            <a:fillRect/>
          </a:stretch>
        </p:blipFill>
        <p:spPr>
          <a:xfrm>
            <a:off x="20" y="10"/>
            <a:ext cx="4651228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8C68F39-5E8A-844C-A8FD-394F253C1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583CEB-AC2B-2640-94F6-5958E6BC5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A1F3DF-C831-9EE8-0387-9C17BD1E8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7362" y="2160016"/>
            <a:ext cx="6881728" cy="3926152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b="1" dirty="0"/>
              <a:t>Course:</a:t>
            </a:r>
            <a:r>
              <a:rPr lang="en-US" dirty="0"/>
              <a:t> Design and Analysis of Algorithms (DAA)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b="1" dirty="0"/>
              <a:t>Presented by:</a:t>
            </a:r>
            <a:endParaRPr lang="en-US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M. Rakesh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B.Tech Information Technology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SIMATS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951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785A2-D1F0-1FEC-A03C-50CB0BB53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758BE6-C9A8-01C5-E9F3-B940746716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4335257"/>
              </p:ext>
            </p:extLst>
          </p:nvPr>
        </p:nvGraphicFramePr>
        <p:xfrm>
          <a:off x="1587710" y="2160016"/>
          <a:ext cx="9486690" cy="3926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37327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3BB7E73-E730-42EA-AACE-D1E323EA5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F6C2E9-B316-4410-88E5-74F044FC3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D07262-43A6-451F-9B19-77B943C63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ABB940-5DCB-FBA8-031A-7770F46D8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</p:spPr>
        <p:txBody>
          <a:bodyPr>
            <a:normAutofit/>
          </a:bodyPr>
          <a:lstStyle/>
          <a:p>
            <a:r>
              <a:rPr lang="en-US" dirty="0"/>
              <a:t>Algorithm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CA89758-2447-0590-7E83-880DCA255D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9179421"/>
              </p:ext>
            </p:extLst>
          </p:nvPr>
        </p:nvGraphicFramePr>
        <p:xfrm>
          <a:off x="1587500" y="2160588"/>
          <a:ext cx="9486900" cy="3925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65605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F2FE4-AC35-A34C-4D4B-197A735AD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Pseudocode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3D634-CD2F-2B1B-DB99-F0612337F5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count ← 0 </a:t>
            </a:r>
          </a:p>
          <a:p>
            <a:pPr marL="0" indent="0">
              <a:buNone/>
            </a:pPr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← 1 to n </a:t>
            </a:r>
          </a:p>
          <a:p>
            <a:pPr marL="0" indent="0">
              <a:buNone/>
            </a:pPr>
            <a:r>
              <a:rPr lang="en-US" dirty="0"/>
              <a:t>	for j ← 1 to n </a:t>
            </a:r>
          </a:p>
          <a:p>
            <a:pPr marL="0" indent="0">
              <a:buNone/>
            </a:pPr>
            <a:r>
              <a:rPr lang="en-US" dirty="0"/>
              <a:t>		count ← count + 1 </a:t>
            </a:r>
          </a:p>
          <a:p>
            <a:pPr marL="0" indent="0">
              <a:buNone/>
            </a:pPr>
            <a:r>
              <a:rPr lang="en-US" dirty="0"/>
              <a:t>print(count)</a:t>
            </a:r>
          </a:p>
        </p:txBody>
      </p:sp>
    </p:spTree>
    <p:extLst>
      <p:ext uri="{BB962C8B-B14F-4D97-AF65-F5344CB8AC3E}">
        <p14:creationId xmlns:p14="http://schemas.microsoft.com/office/powerpoint/2010/main" val="464786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508F0-4D49-5B70-66AD-33B00D3AC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A1E968-28BD-6D9D-7CF1-4C83E7660A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8073" y="1351826"/>
            <a:ext cx="7576217" cy="5050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897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647EB-0073-FEE9-CC6C-69B40EBFE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3634DE-A37D-F567-75CE-478BBEACD2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600" y="1378622"/>
            <a:ext cx="7536024" cy="502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10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A8DDA3-B4FC-D445-AA06-C92ABAE24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88543" y="5476671"/>
            <a:ext cx="2770698" cy="138132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D0692D-A304-5E4A-BCD9-C00690321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88542" y="4101177"/>
            <a:ext cx="1373567" cy="2756824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1D4DD1-A860-BA9A-2A36-8EDBB02F3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542" y="455362"/>
            <a:ext cx="3183457" cy="3392972"/>
          </a:xfrm>
        </p:spPr>
        <p:txBody>
          <a:bodyPr>
            <a:normAutofit/>
          </a:bodyPr>
          <a:lstStyle/>
          <a:p>
            <a:r>
              <a:rPr lang="en-US" sz="3700"/>
              <a:t>Applications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F777FD-58F3-5537-27A2-2AB953969C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139581"/>
              </p:ext>
            </p:extLst>
          </p:nvPr>
        </p:nvGraphicFramePr>
        <p:xfrm>
          <a:off x="5224244" y="409518"/>
          <a:ext cx="6034656" cy="56322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1708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F6F0A-850E-F9AF-C0C0-3DE05E6B5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3"/>
            <a:ext cx="9486690" cy="740392"/>
          </a:xfrm>
        </p:spPr>
        <p:txBody>
          <a:bodyPr>
            <a:normAutofit fontScale="90000"/>
          </a:bodyPr>
          <a:lstStyle/>
          <a:p>
            <a:r>
              <a:rPr lang="en-US" dirty="0"/>
              <a:t>Results &amp; Discussion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B1F10CD-FF4D-6734-57EA-41B5EFEBC4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5078129"/>
              </p:ext>
            </p:extLst>
          </p:nvPr>
        </p:nvGraphicFramePr>
        <p:xfrm>
          <a:off x="2476360" y="1929718"/>
          <a:ext cx="7989556" cy="2387178"/>
        </p:xfrm>
        <a:graphic>
          <a:graphicData uri="http://schemas.openxmlformats.org/drawingml/2006/table">
            <a:tbl>
              <a:tblPr/>
              <a:tblGrid>
                <a:gridCol w="3994778">
                  <a:extLst>
                    <a:ext uri="{9D8B030D-6E8A-4147-A177-3AD203B41FA5}">
                      <a16:colId xmlns:a16="http://schemas.microsoft.com/office/drawing/2014/main" val="4165710001"/>
                    </a:ext>
                  </a:extLst>
                </a:gridCol>
                <a:gridCol w="3994778">
                  <a:extLst>
                    <a:ext uri="{9D8B030D-6E8A-4147-A177-3AD203B41FA5}">
                      <a16:colId xmlns:a16="http://schemas.microsoft.com/office/drawing/2014/main" val="2629939102"/>
                    </a:ext>
                  </a:extLst>
                </a:gridCol>
              </a:tblGrid>
              <a:tr h="397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Operations (n²)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752882"/>
                  </a:ext>
                </a:extLst>
              </a:tr>
              <a:tr h="397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448304"/>
                  </a:ext>
                </a:extLst>
              </a:tr>
              <a:tr h="397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7809496"/>
                  </a:ext>
                </a:extLst>
              </a:tr>
              <a:tr h="397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0678663"/>
                  </a:ext>
                </a:extLst>
              </a:tr>
              <a:tr h="397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7594370"/>
                  </a:ext>
                </a:extLst>
              </a:tr>
              <a:tr h="397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223434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0F95091-FE48-9140-48D3-7936FB4A323D}"/>
              </a:ext>
            </a:extLst>
          </p:cNvPr>
          <p:cNvSpPr txBox="1"/>
          <p:nvPr/>
        </p:nvSpPr>
        <p:spPr>
          <a:xfrm>
            <a:off x="2476360" y="1195755"/>
            <a:ext cx="859804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Results</a:t>
            </a:r>
          </a:p>
          <a:p>
            <a:pPr>
              <a:buNone/>
            </a:pPr>
            <a:r>
              <a:rPr lang="en-US" dirty="0"/>
              <a:t>Operation Count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Discussion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Operations increase quadratically.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Doubling input size nearly quadruples the work.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Efficient for small datasets.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Less suitable for very large inputs.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Complexity analysis helps choose scalable algorithms.</a:t>
            </a:r>
          </a:p>
        </p:txBody>
      </p:sp>
    </p:spTree>
    <p:extLst>
      <p:ext uri="{BB962C8B-B14F-4D97-AF65-F5344CB8AC3E}">
        <p14:creationId xmlns:p14="http://schemas.microsoft.com/office/powerpoint/2010/main" val="3057724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A8DDA3-B4FC-D445-AA06-C92ABAE24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88543" y="5476671"/>
            <a:ext cx="2770698" cy="138132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D0692D-A304-5E4A-BCD9-C00690321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88542" y="4101177"/>
            <a:ext cx="1373567" cy="2756824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5E29A5-42F2-C523-8B22-D9812DBDA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542" y="455362"/>
            <a:ext cx="3183457" cy="3392972"/>
          </a:xfrm>
        </p:spPr>
        <p:txBody>
          <a:bodyPr>
            <a:normAutofit/>
          </a:bodyPr>
          <a:lstStyle/>
          <a:p>
            <a:r>
              <a:rPr lang="en-US" sz="4100"/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FF4F444-FEB5-0C89-BDD9-5302CFAA36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0150702"/>
              </p:ext>
            </p:extLst>
          </p:nvPr>
        </p:nvGraphicFramePr>
        <p:xfrm>
          <a:off x="5224244" y="409518"/>
          <a:ext cx="6034656" cy="56322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9916891"/>
      </p:ext>
    </p:extLst>
  </p:cSld>
  <p:clrMapOvr>
    <a:masterClrMapping/>
  </p:clrMapOvr>
</p:sld>
</file>

<file path=ppt/theme/theme1.xml><?xml version="1.0" encoding="utf-8"?>
<a:theme xmlns:a="http://schemas.openxmlformats.org/drawingml/2006/main" name="InterweaveVTI">
  <a:themeElements>
    <a:clrScheme name="Interweave-R1">
      <a:dk1>
        <a:srgbClr val="000000"/>
      </a:dk1>
      <a:lt1>
        <a:srgbClr val="FFFFFF"/>
      </a:lt1>
      <a:dk2>
        <a:srgbClr val="292C2D"/>
      </a:dk2>
      <a:lt2>
        <a:srgbClr val="DDDEDD"/>
      </a:lt2>
      <a:accent1>
        <a:srgbClr val="0BA5E8"/>
      </a:accent1>
      <a:accent2>
        <a:srgbClr val="5066E1"/>
      </a:accent2>
      <a:accent3>
        <a:srgbClr val="894EC0"/>
      </a:accent3>
      <a:accent4>
        <a:srgbClr val="E54196"/>
      </a:accent4>
      <a:accent5>
        <a:srgbClr val="BE4449"/>
      </a:accent5>
      <a:accent6>
        <a:srgbClr val="F55822"/>
      </a:accent6>
      <a:hlink>
        <a:srgbClr val="C22DD8"/>
      </a:hlink>
      <a:folHlink>
        <a:srgbClr val="737F82"/>
      </a:folHlink>
    </a:clrScheme>
    <a:fontScheme name="Interweave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rweaveVTI" id="{2A5AE21D-FC75-4AD0-BC12-FA563BC24905}" vid="{9A4A41B8-EB69-44BB-8E15-B517E25CF8C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261</Words>
  <Application>Microsoft Office PowerPoint</Application>
  <PresentationFormat>Widescreen</PresentationFormat>
  <Paragraphs>72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Neue Haas Grotesk Text Pro</vt:lpstr>
      <vt:lpstr>InterweaveVTI</vt:lpstr>
      <vt:lpstr>Efficiency Analysis of Counting Operations in Nested Loops</vt:lpstr>
      <vt:lpstr>Problem Statement</vt:lpstr>
      <vt:lpstr>Algorithm Overview</vt:lpstr>
      <vt:lpstr>Pseudocode </vt:lpstr>
      <vt:lpstr>Working Example</vt:lpstr>
      <vt:lpstr>Complexity Analysis</vt:lpstr>
      <vt:lpstr>Applications</vt:lpstr>
      <vt:lpstr>Results &amp; Discussion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rakesh m</dc:creator>
  <cp:lastModifiedBy>rakesh m</cp:lastModifiedBy>
  <cp:revision>2</cp:revision>
  <dcterms:created xsi:type="dcterms:W3CDTF">2026-07-23T02:33:33Z</dcterms:created>
  <dcterms:modified xsi:type="dcterms:W3CDTF">2026-07-23T05:00:14Z</dcterms:modified>
</cp:coreProperties>
</file>